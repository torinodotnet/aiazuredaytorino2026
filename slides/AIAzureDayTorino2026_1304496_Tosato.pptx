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xml:lang="en-US">
  <p:sldMasterIdLst>
    <p:sldMasterId id="2147483733" r:id="rId3"/>
    <p:sldMasterId id="2147483720" r:id="rId4"/>
    <p:sldMasterId id="2147483708" r:id="rId5"/>
    <p:sldMasterId id="2147483672" r:id="rId6"/>
    <p:sldMasterId id="2147483684" r:id="rId7"/>
  </p:sldMasterIdLst>
  <p:notesMasterIdLst>
    <p:notesMasterId r:id="rId8"/>
  </p:notesMasterIdLst>
  <p:handoutMasterIdLst>
    <p:handoutMasterId r:id="rId9"/>
  </p:handoutMasterIdLst>
  <p:sldIdLst>
    <p:sldId id="256" r:id="rId14"/>
    <p:sldId id="257" r:id="rId15"/>
    <p:sldId id="258" r:id="rId16"/>
    <p:sldId id="259" r:id="rId17"/>
    <p:sldId id="260" r:id="rId18"/>
    <p:sldId id="261" r:id="rId19"/>
    <p:sldId id="262" r:id="rId20"/>
    <p:sldId id="263" r:id="rId21"/>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B3838"/>
    <a:srgbClr val="EFD485"/>
    <a:srgbClr val="0B78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MasterView">
  <p:normalViewPr>
    <p:restoredLeft sz="34868" autoAdjust="0"/>
    <p:restoredTop sz="94949" autoAdjust="0"/>
  </p:normalViewPr>
  <p:slideViewPr>
    <p:cSldViewPr snapToGrid="0">
      <p:cViewPr varScale="1">
        <p:scale>
          <a:sx n="61" d="100"/>
          <a:sy n="61" d="100"/>
        </p:scale>
        <p:origin x="248" y="1504"/>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p:cViewPr varScale="1">
        <p:scale>
          <a:sx n="81" d="100"/>
          <a:sy n="81" d="100"/>
        </p:scale>
        <p:origin x="3894" y="108"/>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slideMaster" Target="slideMasters/slideMaster1.xml"/><Relationship Id="rId4" Type="http://schemas.openxmlformats.org/officeDocument/2006/relationships/slideMaster" Target="slideMasters/slideMaster2.xml"/><Relationship Id="rId5" Type="http://schemas.openxmlformats.org/officeDocument/2006/relationships/slideMaster" Target="slideMasters/slideMaster3.xml"/><Relationship Id="rId6" Type="http://schemas.openxmlformats.org/officeDocument/2006/relationships/slideMaster" Target="slideMasters/slideMaster4.xml"/><Relationship Id="rId7" Type="http://schemas.openxmlformats.org/officeDocument/2006/relationships/slideMaster" Target="slideMasters/slideMaster5.xml"/><Relationship Id="rId8" Type="http://schemas.openxmlformats.org/officeDocument/2006/relationships/notesMaster" Target="notesMasters/notesMaster1.xml"/><Relationship Id="rId9" Type="http://schemas.openxmlformats.org/officeDocument/2006/relationships/handoutMaster" Target="handoutMasters/handout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A8BE3D86-4CD7-F31D-54B6-EE995848C45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a:extLst>
              <a:ext uri="{FF2B5EF4-FFF2-40B4-BE49-F238E27FC236}">
                <a16:creationId xmlns:a16="http://schemas.microsoft.com/office/drawing/2014/main" id="{B268F4FE-A203-8B8F-CC9E-A2DCEF75E9B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A74DD2-8E53-470B-8646-02BB9552BE22}" type="datetimeFigureOut">
              <a:rPr lang="it-IT" smtClean="0"/>
              <a:t>28/09/26</a:t>
            </a:fld>
            <a:endParaRPr lang="it-IT"/>
          </a:p>
        </p:txBody>
      </p:sp>
      <p:sp>
        <p:nvSpPr>
          <p:cNvPr id="4" name="Segnaposto piè di pagina 3">
            <a:extLst>
              <a:ext uri="{FF2B5EF4-FFF2-40B4-BE49-F238E27FC236}">
                <a16:creationId xmlns:a16="http://schemas.microsoft.com/office/drawing/2014/main" id="{BC51FBA9-2186-3F38-F1ED-F34B57E890B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5" name="Segnaposto numero diapositiva 4">
            <a:extLst>
              <a:ext uri="{FF2B5EF4-FFF2-40B4-BE49-F238E27FC236}">
                <a16:creationId xmlns:a16="http://schemas.microsoft.com/office/drawing/2014/main" id="{83969695-C27F-4316-765E-65C28A0278D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BBB95B-02C2-41BB-A9B7-DDBB724675E3}" type="slidenum">
              <a:rPr lang="it-IT" smtClean="0"/>
              <a:t>‹N›</a:t>
            </a:fld>
            <a:endParaRPr lang="it-IT"/>
          </a:p>
        </p:txBody>
      </p:sp>
    </p:spTree>
    <p:extLst>
      <p:ext uri="{BB962C8B-B14F-4D97-AF65-F5344CB8AC3E}">
        <p14:creationId xmlns:p14="http://schemas.microsoft.com/office/powerpoint/2010/main" val="14409289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3F1C294-2F5E-402F-ADF7-7076FF27C349}" type="datetimeFigureOut">
              <a:rPr lang="it-IT" smtClean="0"/>
              <a:t>28/09/26</a:t>
            </a:fld>
            <a:endParaRPr lang="it-I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it-I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7C0288A-C98E-4CBE-B69D-C060B2E07BEB}" type="slidenum">
              <a:rPr lang="it-IT" smtClean="0"/>
              <a:t>‹N›</a:t>
            </a:fld>
            <a:endParaRPr lang="it-IT"/>
          </a:p>
        </p:txBody>
      </p:sp>
    </p:spTree>
    <p:extLst>
      <p:ext uri="{BB962C8B-B14F-4D97-AF65-F5344CB8AC3E}">
        <p14:creationId xmlns:p14="http://schemas.microsoft.com/office/powerpoint/2010/main" val="19292103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opening banner slide for 'MCP server, A2A, Skill, mamma mia che mal di testAI!'. The session is presented by: Andrea Tosato. This slide sets the visual theme for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Main title slide displaying 'MCP server, A2A, Skill, mamma mia che mal di testAI!'. Presented by: Andrea Tosato. Use this slide to introduce the session topic.</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Sponsor acknowledgment slide. Take a moment to thank the event sponsors and explain their support for the conference.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session information for 'MCP server, A2A, Skill, mamma mia che mal di testAI!'. Session description: Quanti concetti sono usciti negli ultimi mesi per implementare progetti di AI? _x000D_</a:t>
            </a:r>
          </a:p>
          <a:p>
            <a:r>
              <a:t>MCP Server, A2A, Skill, facciamo ordine e capiamo quando usarli e quando no!. Review the session objectives and speaker credentials.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section for 'MCP server, A2A, Skill, mamma mia che mal di testAI!'. This slide is for live demonstrations. Ensure all demo materials are prepared and tested.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Q&amp;A slide for 'MCP server, A2A, Skill, mamma mia che mal di testAI!'. This is time for audience questions and discussion. Prepare to address common questions about the topic and invite participation.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Voting slide for 'MCP server, A2A, Skill, mamma mia che mal di testAI!'. Ask audience to scan the QR code or visit https://vote.dotnetdev.it/vote/l44tzzta/1304496 to vote. Emphasize the importance of feedback.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jpeg"/><Relationship Id="rId5" Type="http://schemas.openxmlformats.org/officeDocument/2006/relationships/image" Target="../media/image5.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2.wdp"/><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microsoft.com/office/2007/relationships/hdphoto" Target="../media/hdphoto2.wdp"/><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microsoft.com/office/2007/relationships/hdphoto" Target="../media/hdphoto4.wdp"/></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microsoft.com/office/2007/relationships/hdphoto" Target="../media/hdphoto1.wdp"/><Relationship Id="rId4" Type="http://schemas.openxmlformats.org/officeDocument/2006/relationships/image" Target="../media/image4.jpeg"/><Relationship Id="rId5" Type="http://schemas.openxmlformats.org/officeDocument/2006/relationships/image" Target="../media/image5.jp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 Id="rId2" Type="http://schemas.openxmlformats.org/officeDocument/2006/relationships/image" Target="../media/image3.png"/><Relationship Id="rId3" Type="http://schemas.microsoft.com/office/2007/relationships/hdphoto" Target="../media/hdphoto2.wdp"/><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0.png"/><Relationship Id="rId9" Type="http://schemas.openxmlformats.org/officeDocument/2006/relationships/image" Target="../media/image14.png"/><Relationship Id="rId10" Type="http://schemas.openxmlformats.org/officeDocument/2006/relationships/image" Target="../media/image1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40590A5-426A-D0A1-28BC-0BA5BD1ED82F}"/>
              </a:ext>
            </a:extLst>
          </p:cNvPr>
          <p:cNvSpPr>
            <a:spLocks noGrp="1"/>
          </p:cNvSpPr>
          <p:nvPr>
            <p:ph type="title"/>
          </p:nvPr>
        </p:nvSpPr>
        <p:spPr>
          <a:xfrm>
            <a:off x="552450" y="-27019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4252513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type="title" preserve="1">
  <p:cSld name="Title">
    <p:bg>
      <p:bgPr>
        <a:solidFill>
          <a:srgbClr val="EFD485"/>
        </a:solidFill>
        <a:effectLst/>
      </p:bgPr>
    </p:bg>
    <p:spTree>
      <p:nvGrpSpPr>
        <p:cNvPr id="1" name="Shape 9"/>
        <p:cNvGrpSpPr/>
        <p:nvPr/>
      </p:nvGrpSpPr>
      <p:grpSpPr>
        <a:xfrm>
          <a:off x="0" y="0"/>
          <a:ext cx="0" cy="0"/>
          <a:chOff x="0" y="0"/>
          <a:chExt cx="0" cy="0"/>
        </a:xfrm>
      </p:grpSpPr>
      <p:sp>
        <p:nvSpPr>
          <p:cNvPr id="11" name="Google Shape;11;p2"/>
          <p:cNvSpPr txBox="1">
            <a:spLocks noGrp="1"/>
          </p:cNvSpPr>
          <p:nvPr>
            <p:ph type="ctrTitle" hasCustomPrompt="1"/>
          </p:nvPr>
        </p:nvSpPr>
        <p:spPr>
          <a:xfrm>
            <a:off x="4379200" y="35644"/>
            <a:ext cx="7812800" cy="3133956"/>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4800"/>
              <a:buNone/>
              <a:defRPr sz="4400">
                <a:solidFill>
                  <a:srgbClr val="3B3838"/>
                </a:solidFill>
              </a:defRPr>
            </a:lvl1pPr>
            <a:lvl2pPr lvl="1" algn="ctr">
              <a:spcBef>
                <a:spcPts val="0"/>
              </a:spcBef>
              <a:spcAft>
                <a:spcPts val="0"/>
              </a:spcAft>
              <a:buClr>
                <a:srgbClr val="FFFFFF"/>
              </a:buClr>
              <a:buSzPts val="4800"/>
              <a:buNone/>
              <a:defRPr sz="6400">
                <a:solidFill>
                  <a:srgbClr val="FFFFFF"/>
                </a:solidFill>
              </a:defRPr>
            </a:lvl2pPr>
            <a:lvl3pPr lvl="2" algn="ctr">
              <a:spcBef>
                <a:spcPts val="0"/>
              </a:spcBef>
              <a:spcAft>
                <a:spcPts val="0"/>
              </a:spcAft>
              <a:buClr>
                <a:srgbClr val="FFFFFF"/>
              </a:buClr>
              <a:buSzPts val="4800"/>
              <a:buNone/>
              <a:defRPr sz="6400">
                <a:solidFill>
                  <a:srgbClr val="FFFFFF"/>
                </a:solidFill>
              </a:defRPr>
            </a:lvl3pPr>
            <a:lvl4pPr lvl="3" algn="ctr">
              <a:spcBef>
                <a:spcPts val="0"/>
              </a:spcBef>
              <a:spcAft>
                <a:spcPts val="0"/>
              </a:spcAft>
              <a:buClr>
                <a:srgbClr val="FFFFFF"/>
              </a:buClr>
              <a:buSzPts val="4800"/>
              <a:buNone/>
              <a:defRPr sz="6400">
                <a:solidFill>
                  <a:srgbClr val="FFFFFF"/>
                </a:solidFill>
              </a:defRPr>
            </a:lvl4pPr>
            <a:lvl5pPr lvl="4" algn="ctr">
              <a:spcBef>
                <a:spcPts val="0"/>
              </a:spcBef>
              <a:spcAft>
                <a:spcPts val="0"/>
              </a:spcAft>
              <a:buClr>
                <a:srgbClr val="FFFFFF"/>
              </a:buClr>
              <a:buSzPts val="4800"/>
              <a:buNone/>
              <a:defRPr sz="6400">
                <a:solidFill>
                  <a:srgbClr val="FFFFFF"/>
                </a:solidFill>
              </a:defRPr>
            </a:lvl5pPr>
            <a:lvl6pPr lvl="5" algn="ctr">
              <a:spcBef>
                <a:spcPts val="0"/>
              </a:spcBef>
              <a:spcAft>
                <a:spcPts val="0"/>
              </a:spcAft>
              <a:buClr>
                <a:srgbClr val="FFFFFF"/>
              </a:buClr>
              <a:buSzPts val="4800"/>
              <a:buNone/>
              <a:defRPr sz="6400">
                <a:solidFill>
                  <a:srgbClr val="FFFFFF"/>
                </a:solidFill>
              </a:defRPr>
            </a:lvl6pPr>
            <a:lvl7pPr lvl="6" algn="ctr">
              <a:spcBef>
                <a:spcPts val="0"/>
              </a:spcBef>
              <a:spcAft>
                <a:spcPts val="0"/>
              </a:spcAft>
              <a:buClr>
                <a:srgbClr val="FFFFFF"/>
              </a:buClr>
              <a:buSzPts val="4800"/>
              <a:buNone/>
              <a:defRPr sz="6400">
                <a:solidFill>
                  <a:srgbClr val="FFFFFF"/>
                </a:solidFill>
              </a:defRPr>
            </a:lvl7pPr>
            <a:lvl8pPr lvl="7" algn="ctr">
              <a:spcBef>
                <a:spcPts val="0"/>
              </a:spcBef>
              <a:spcAft>
                <a:spcPts val="0"/>
              </a:spcAft>
              <a:buClr>
                <a:srgbClr val="FFFFFF"/>
              </a:buClr>
              <a:buSzPts val="4800"/>
              <a:buNone/>
              <a:defRPr sz="6400">
                <a:solidFill>
                  <a:srgbClr val="FFFFFF"/>
                </a:solidFill>
              </a:defRPr>
            </a:lvl8pPr>
            <a:lvl9pPr lvl="8" algn="ctr">
              <a:spcBef>
                <a:spcPts val="0"/>
              </a:spcBef>
              <a:spcAft>
                <a:spcPts val="0"/>
              </a:spcAft>
              <a:buClr>
                <a:srgbClr val="FFFFFF"/>
              </a:buClr>
              <a:buSzPts val="4800"/>
              <a:buNone/>
              <a:defRPr sz="6400">
                <a:solidFill>
                  <a:srgbClr val="FFFFFF"/>
                </a:solidFill>
              </a:defRPr>
            </a:lvl9pPr>
          </a:lstStyle>
          <a:p>
            <a:r>
              <a:rPr lang="it-IT" dirty="0"/>
              <a:t>Session Title</a:t>
            </a:r>
            <a:endParaRPr dirty="0"/>
          </a:p>
        </p:txBody>
      </p:sp>
      <p:pic>
        <p:nvPicPr>
          <p:cNvPr id="7" name="Immagine 6">
            <a:extLst>
              <a:ext uri="{FF2B5EF4-FFF2-40B4-BE49-F238E27FC236}">
                <a16:creationId xmlns:a16="http://schemas.microsoft.com/office/drawing/2014/main" id="{B8B7FDCE-5AB0-0496-3C32-CD549583896F}"/>
              </a:ext>
            </a:extLst>
          </p:cNvPr>
          <p:cNvPicPr>
            <a:picLocks noChangeAspect="1"/>
          </p:cNvPicPr>
          <p:nvPr userDrawn="1"/>
        </p:nvPicPr>
        <p:blipFill>
          <a:blip r:embed="rId2">
            <a:extLst>
              <a:ext uri="{28A0092B-C50C-407E-A947-70E740481C1C}">
                <a14:useLocalDpi xmlns:a14="http://schemas.microsoft.com/office/drawing/2010/main" val="0"/>
              </a:ext>
            </a:extLst>
          </a:blip>
          <a:srcRect t="56744"/>
          <a:stretch>
            <a:fillRect/>
          </a:stretch>
        </p:blipFill>
        <p:spPr>
          <a:xfrm>
            <a:off x="0" y="3891516"/>
            <a:ext cx="12192000" cy="2966484"/>
          </a:xfrm>
          <a:prstGeom prst="rect">
            <a:avLst/>
          </a:prstGeom>
        </p:spPr>
      </p:pic>
    </p:spTree>
    <p:extLst>
      <p:ext uri="{BB962C8B-B14F-4D97-AF65-F5344CB8AC3E}">
        <p14:creationId xmlns:p14="http://schemas.microsoft.com/office/powerpoint/2010/main" val="26496348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a:extLst>
              <a:ext uri="{FF2B5EF4-FFF2-40B4-BE49-F238E27FC236}">
                <a16:creationId xmlns:a16="http://schemas.microsoft.com/office/drawing/2014/main" id="{640590A5-426A-D0A1-28BC-0BA5BD1ED82F}"/>
              </a:ext>
            </a:extLst>
          </p:cNvPr>
          <p:cNvSpPr>
            <a:spLocks noGrp="1"/>
          </p:cNvSpPr>
          <p:nvPr>
            <p:ph type="title"/>
          </p:nvPr>
        </p:nvSpPr>
        <p:spPr>
          <a:xfrm>
            <a:off x="552450" y="-27019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9432438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ference 3">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196948" y="3165232"/>
            <a:ext cx="12845177" cy="3692768"/>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400" b="0" i="0" u="none" strike="noStrike" kern="1200" cap="none" spc="0" normalizeH="0" baseline="0" noProof="0" dirty="0">
                <a:ln>
                  <a:noFill/>
                </a:ln>
                <a:solidFill>
                  <a:srgbClr val="3B3838"/>
                </a:solidFill>
                <a:effectLst/>
                <a:uLnTx/>
                <a:uFillTx/>
                <a:latin typeface="Calibri" panose="020F0502020204030204"/>
                <a:ea typeface="+mn-ea"/>
                <a:cs typeface="+mn-cs"/>
              </a:rPr>
              <a:t>Titolo</a:t>
            </a:r>
          </a:p>
        </p:txBody>
      </p:sp>
      <p:sp>
        <p:nvSpPr>
          <p:cNvPr id="3" name="Title 2">
            <a:extLst>
              <a:ext uri="{FF2B5EF4-FFF2-40B4-BE49-F238E27FC236}">
                <a16:creationId xmlns:a16="http://schemas.microsoft.com/office/drawing/2014/main" id="{37CEDCFE-2CDD-6133-F929-5516C5D66B9A}"/>
              </a:ext>
            </a:extLst>
          </p:cNvPr>
          <p:cNvSpPr>
            <a:spLocks noGrp="1"/>
          </p:cNvSpPr>
          <p:nvPr>
            <p:ph type="title"/>
          </p:nvPr>
        </p:nvSpPr>
        <p:spPr>
          <a:xfrm>
            <a:off x="1314450" y="-289242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3334831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EFD485"/>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1B3740AF-E675-42BE-A189-ABCECA1A81AE}"/>
              </a:ext>
            </a:extLst>
          </p:cNvPr>
          <p:cNvSpPr/>
          <p:nvPr userDrawn="1"/>
        </p:nvSpPr>
        <p:spPr>
          <a:xfrm>
            <a:off x="4794736" y="1308294"/>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Rettangolo 9">
            <a:extLst>
              <a:ext uri="{FF2B5EF4-FFF2-40B4-BE49-F238E27FC236}">
                <a16:creationId xmlns:a16="http://schemas.microsoft.com/office/drawing/2014/main" id="{51E6DB1A-82C4-4D31-BAD7-53B0226442FB}"/>
              </a:ext>
            </a:extLst>
          </p:cNvPr>
          <p:cNvSpPr/>
          <p:nvPr userDrawn="1"/>
        </p:nvSpPr>
        <p:spPr>
          <a:xfrm>
            <a:off x="0" y="5187462"/>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it-IT" sz="5400" b="0" i="0" u="none" strike="noStrike" kern="1200" cap="none" spc="0" normalizeH="0" baseline="0" noProof="0" dirty="0">
              <a:ln>
                <a:noFill/>
              </a:ln>
              <a:solidFill>
                <a:srgbClr val="0B78BD"/>
              </a:solidFill>
              <a:effectLst/>
              <a:uLnTx/>
              <a:uFillTx/>
              <a:latin typeface="Calibri" panose="020F0502020204030204"/>
              <a:ea typeface="+mn-ea"/>
              <a:cs typeface="+mn-cs"/>
            </a:endParaRPr>
          </a:p>
        </p:txBody>
      </p:sp>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7" y="1308294"/>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2559289" y="5285433"/>
            <a:ext cx="7073415"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800" b="0" i="0" u="none" strike="noStrike" kern="1200" cap="none" spc="0" normalizeH="0" baseline="0" noProof="0" dirty="0">
                <a:ln>
                  <a:noFill/>
                </a:ln>
                <a:solidFill>
                  <a:srgbClr val="3B3838"/>
                </a:solidFill>
                <a:effectLst/>
                <a:uLnTx/>
                <a:uFillTx/>
                <a:latin typeface="Calibri" panose="020F0502020204030204"/>
                <a:ea typeface="+mn-ea"/>
                <a:cs typeface="+mn-cs"/>
              </a:rPr>
              <a:t>Vote for this session!!</a:t>
            </a:r>
          </a:p>
        </p:txBody>
      </p:sp>
      <p:sp>
        <p:nvSpPr>
          <p:cNvPr id="2" name="Title 1">
            <a:extLst>
              <a:ext uri="{FF2B5EF4-FFF2-40B4-BE49-F238E27FC236}">
                <a16:creationId xmlns:a16="http://schemas.microsoft.com/office/drawing/2014/main" id="{B9D9E8B8-64F5-4140-851E-42BCB6CFA89E}"/>
              </a:ext>
            </a:extLst>
          </p:cNvPr>
          <p:cNvSpPr>
            <a:spLocks noGrp="1"/>
          </p:cNvSpPr>
          <p:nvPr>
            <p:ph type="title"/>
          </p:nvPr>
        </p:nvSpPr>
        <p:spPr>
          <a:xfrm>
            <a:off x="457200" y="-28733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2459192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Question">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A9BBBF5A-31D2-2699-19F4-AA649B4BFB7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pic>
        <p:nvPicPr>
          <p:cNvPr id="10" name="Picture 9" descr="Yellow and blue symbols">
            <a:extLst>
              <a:ext uri="{FF2B5EF4-FFF2-40B4-BE49-F238E27FC236}">
                <a16:creationId xmlns:a16="http://schemas.microsoft.com/office/drawing/2014/main" id="{F166FFCD-9468-2B31-BCAA-F7AAC91BF1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77440" y="0"/>
            <a:ext cx="9814560" cy="6858000"/>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9929004" y="6356350"/>
            <a:ext cx="1853693"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it-IT" sz="1800" b="0" i="0" u="none" strike="noStrike" kern="1200" cap="none" spc="0" normalizeH="0" baseline="0" noProof="0" dirty="0" err="1">
                <a:ln>
                  <a:noFill/>
                </a:ln>
                <a:solidFill>
                  <a:prstClr val="black"/>
                </a:solidFill>
                <a:effectLst/>
                <a:uLnTx/>
                <a:uFillTx/>
                <a:latin typeface="Calibri" panose="020F0502020204030204"/>
                <a:ea typeface="+mn-ea"/>
                <a:cs typeface="+mn-cs"/>
              </a:rPr>
              <a:t>AzureDayTorino</a:t>
            </a:r>
            <a:endPar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2625634" y="6356350"/>
            <a:ext cx="7879080" cy="365125"/>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t-IT"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2625634" y="316559"/>
            <a:ext cx="9157063"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err="1"/>
              <a:t>Question</a:t>
            </a:r>
            <a:r>
              <a:rPr lang="it-IT" dirty="0"/>
              <a:t> Time</a:t>
            </a:r>
          </a:p>
        </p:txBody>
      </p:sp>
      <p:pic>
        <p:nvPicPr>
          <p:cNvPr id="5" name="Google Shape;77;p15" descr="photo-1434030216411-0b793f4b4173.jpg">
            <a:extLst>
              <a:ext uri="{FF2B5EF4-FFF2-40B4-BE49-F238E27FC236}">
                <a16:creationId xmlns:a16="http://schemas.microsoft.com/office/drawing/2014/main" id="{722A8524-7FE9-45F2-ADA9-A2F63D65BDF5}"/>
              </a:ext>
            </a:extLst>
          </p:cNvPr>
          <p:cNvPicPr preferRelativeResize="0"/>
          <p:nvPr userDrawn="1"/>
        </p:nvPicPr>
        <p:blipFill rotWithShape="1">
          <a:blip r:embed="rId5">
            <a:alphaModFix/>
          </a:blip>
          <a:srcRect l="28831" r="30600"/>
          <a:stretch/>
        </p:blipFill>
        <p:spPr>
          <a:xfrm>
            <a:off x="0" y="0"/>
            <a:ext cx="2377440" cy="6858000"/>
          </a:xfrm>
          <a:prstGeom prst="rect">
            <a:avLst/>
          </a:prstGeom>
          <a:noFill/>
          <a:ln>
            <a:noFill/>
          </a:ln>
        </p:spPr>
      </p:pic>
    </p:spTree>
    <p:extLst>
      <p:ext uri="{BB962C8B-B14F-4D97-AF65-F5344CB8AC3E}">
        <p14:creationId xmlns:p14="http://schemas.microsoft.com/office/powerpoint/2010/main" val="4124889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emo">
    <p:bg>
      <p:bgPr>
        <a:solidFill>
          <a:srgbClr val="EFD485"/>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0A40383-6BE9-4A38-84CE-E391022B5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552" y="727916"/>
            <a:ext cx="11128896" cy="5814413"/>
          </a:xfrm>
          <a:prstGeom prst="rect">
            <a:avLst/>
          </a:prstGeom>
          <a:effectLst>
            <a:outerShdw dist="50800" dir="5400000" algn="ctr" rotWithShape="0">
              <a:srgbClr val="000000">
                <a:alpha val="16000"/>
              </a:srgbClr>
            </a:outerShdw>
          </a:effectLst>
        </p:spPr>
      </p:pic>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118047" y="-3837229"/>
            <a:ext cx="9261565" cy="662782"/>
          </a:xfrm>
          <a:prstGeom prst="rect">
            <a:avLst/>
          </a:prstGeom>
        </p:spPr>
        <p:txBody>
          <a:bodyPr vert="horz" lIns="91440" tIns="45720" rIns="91440" bIns="45720" rtlCol="0" anchor="ctr">
            <a:normAutofit/>
          </a:bodyPr>
          <a:lstStyle>
            <a:lvl1pPr algn="ctr">
              <a:defRPr>
                <a:solidFill>
                  <a:schemeClr val="bg1"/>
                </a:solidFill>
                <a:latin typeface="+mn-lt"/>
              </a:defRPr>
            </a:lvl1pPr>
          </a:lstStyle>
          <a:p>
            <a:r>
              <a:rPr lang="it-IT" dirty="0"/>
              <a:t>Demo</a:t>
            </a:r>
          </a:p>
        </p:txBody>
      </p:sp>
      <p:sp>
        <p:nvSpPr>
          <p:cNvPr id="2" name="TextBox 1">
            <a:extLst>
              <a:ext uri="{FF2B5EF4-FFF2-40B4-BE49-F238E27FC236}">
                <a16:creationId xmlns:a16="http://schemas.microsoft.com/office/drawing/2014/main" id="{A43EA002-27DD-2DF0-5B8E-E5D0488B87F0}"/>
              </a:ext>
            </a:extLst>
          </p:cNvPr>
          <p:cNvSpPr txBox="1"/>
          <p:nvPr userDrawn="1"/>
        </p:nvSpPr>
        <p:spPr>
          <a:xfrm>
            <a:off x="1562100" y="438150"/>
            <a:ext cx="10098348" cy="769441"/>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4400" b="0" i="0" u="none" strike="noStrike" kern="1200" cap="none" spc="0" normalizeH="0" baseline="0" noProof="0" dirty="0">
                <a:ln>
                  <a:noFill/>
                </a:ln>
                <a:solidFill>
                  <a:prstClr val="white"/>
                </a:solidFill>
                <a:effectLst/>
                <a:uLnTx/>
                <a:uFillTx/>
                <a:latin typeface="Calibri" panose="020F0502020204030204"/>
                <a:ea typeface="+mn-ea"/>
                <a:cs typeface="+mn-cs"/>
              </a:rPr>
              <a:t>Demo</a:t>
            </a:r>
          </a:p>
        </p:txBody>
      </p:sp>
    </p:spTree>
    <p:extLst>
      <p:ext uri="{BB962C8B-B14F-4D97-AF65-F5344CB8AC3E}">
        <p14:creationId xmlns:p14="http://schemas.microsoft.com/office/powerpoint/2010/main" val="37977945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preserve="1" userDrawn="1">
  <p:cSld name="1_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850828" y="1735022"/>
            <a:ext cx="4488506" cy="22442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403826" y="1783485"/>
            <a:ext cx="4294650" cy="2147325"/>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353080" y="4107475"/>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5394580"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3247313"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7675073" y="4871163"/>
            <a:ext cx="1752156" cy="8760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E16C56-782E-468B-FB94-31162E11800F}"/>
              </a:ext>
            </a:extLst>
          </p:cNvPr>
          <p:cNvSpPr>
            <a:spLocks noGrp="1"/>
          </p:cNvSpPr>
          <p:nvPr>
            <p:ph type="title"/>
          </p:nvPr>
        </p:nvSpPr>
        <p:spPr>
          <a:xfrm>
            <a:off x="81534" y="-41687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947727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preserve="1" userDrawn="1">
  <p:cSld name="1_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850828" y="1735022"/>
            <a:ext cx="4488506" cy="224425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403826" y="1783485"/>
            <a:ext cx="4294650" cy="2147325"/>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353080" y="4107475"/>
            <a:ext cx="7760677" cy="58477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it-IT" sz="3200" b="0" i="0" u="none" strike="noStrike" kern="1200" cap="none" spc="0" normalizeH="0" baseline="0" noProof="0" dirty="0">
                <a:ln>
                  <a:noFill/>
                </a:ln>
                <a:solidFill>
                  <a:srgbClr val="EFD485"/>
                </a:solidFill>
                <a:effectLst/>
                <a:uLnTx/>
                <a:uFillTx/>
                <a:latin typeface="Calibri" panose="020F0502020204030204"/>
                <a:ea typeface="+mn-ea"/>
                <a:cs typeface="+mn-cs"/>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5219922" y="490840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2764771" y="4889643"/>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7675073" y="4871163"/>
            <a:ext cx="1752156" cy="87607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F6E16C56-782E-468B-FB94-31162E11800F}"/>
              </a:ext>
            </a:extLst>
          </p:cNvPr>
          <p:cNvSpPr>
            <a:spLocks noGrp="1"/>
          </p:cNvSpPr>
          <p:nvPr>
            <p:ph type="title"/>
          </p:nvPr>
        </p:nvSpPr>
        <p:spPr>
          <a:xfrm>
            <a:off x="81534" y="-4168775"/>
            <a:ext cx="10515600" cy="1325563"/>
          </a:xfrm>
          <a:prstGeom prst="rect">
            <a:avLst/>
          </a:prstGeom>
        </p:spPr>
        <p:txBody>
          <a:bodyPr/>
          <a:lstStyle/>
          <a:p>
            <a:r>
              <a:rPr lang="en-US"/>
              <a:t>Click to edit Master title style</a:t>
            </a:r>
            <a:endParaRPr lang="it-IT"/>
          </a:p>
        </p:txBody>
      </p:sp>
    </p:spTree>
    <p:extLst>
      <p:ext uri="{BB962C8B-B14F-4D97-AF65-F5344CB8AC3E}">
        <p14:creationId xmlns:p14="http://schemas.microsoft.com/office/powerpoint/2010/main" val="689425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576776" y="1600200"/>
            <a:ext cx="11205921"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576775" y="4344194"/>
            <a:ext cx="11205921"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078812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10151154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576776" y="1736726"/>
            <a:ext cx="11205921" cy="2852737"/>
          </a:xfrm>
        </p:spPr>
        <p:txBody>
          <a:bodyPr anchor="b"/>
          <a:lstStyle>
            <a:lvl1pPr>
              <a:defRPr sz="6000"/>
            </a:lvl1p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576776" y="4596754"/>
            <a:ext cx="11205921"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dirty="0"/>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5268416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581759" y="1825625"/>
            <a:ext cx="5129723"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6652974" y="1825625"/>
            <a:ext cx="5129723"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2310103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576775" y="1674203"/>
            <a:ext cx="521911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576775" y="2505075"/>
            <a:ext cx="5219113"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6563584" y="1681163"/>
            <a:ext cx="521911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6563584" y="2505075"/>
            <a:ext cx="5219113"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1661269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83397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576776" y="1587657"/>
            <a:ext cx="4360984" cy="888865"/>
          </a:xfrm>
        </p:spPr>
        <p:txBody>
          <a:bodyPr anchor="b"/>
          <a:lstStyle>
            <a:lvl1pPr>
              <a:defRPr sz="3200">
                <a:solidFill>
                  <a:srgbClr val="0B78BD"/>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5552031" y="1587657"/>
            <a:ext cx="6230666"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576776" y="2880880"/>
            <a:ext cx="4360984"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10" name="Segnaposto titolo 1">
            <a:extLst>
              <a:ext uri="{FF2B5EF4-FFF2-40B4-BE49-F238E27FC236}">
                <a16:creationId xmlns:a16="http://schemas.microsoft.com/office/drawing/2014/main" id="{79FE1DD2-21EE-470A-9002-2A465A11EC14}"/>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chemeClr val="bg1"/>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2041257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576776" y="1528096"/>
            <a:ext cx="4360984" cy="1031965"/>
          </a:xfrm>
        </p:spPr>
        <p:txBody>
          <a:bodyPr anchor="b"/>
          <a:lstStyle>
            <a:lvl1pPr>
              <a:defRPr sz="3200">
                <a:solidFill>
                  <a:srgbClr val="0B78BD"/>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5753687" y="1515291"/>
            <a:ext cx="6029010" cy="43457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576776" y="2807711"/>
            <a:ext cx="4360984"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10" name="Segnaposto titolo 1">
            <a:extLst>
              <a:ext uri="{FF2B5EF4-FFF2-40B4-BE49-F238E27FC236}">
                <a16:creationId xmlns:a16="http://schemas.microsoft.com/office/drawing/2014/main" id="{FFE944BF-EBE0-41F2-8211-C03DD2ED131E}"/>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chemeClr val="bg1"/>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37116813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89003823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0B78BD"/>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1619793" y="1554479"/>
            <a:ext cx="7534003"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a:t>Fare clic per modificare lo stile del titolo </a:t>
            </a:r>
            <a:endParaRPr lang="it-IT" dirty="0"/>
          </a:p>
        </p:txBody>
      </p:sp>
    </p:spTree>
    <p:extLst>
      <p:ext uri="{BB962C8B-B14F-4D97-AF65-F5344CB8AC3E}">
        <p14:creationId xmlns:p14="http://schemas.microsoft.com/office/powerpoint/2010/main" val="349309213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1523999" y="1600200"/>
            <a:ext cx="10258698"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1523999" y="4344194"/>
            <a:ext cx="10258697"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a:t>Fare clic per modificare lo stile del titolo </a:t>
            </a:r>
            <a:endParaRPr lang="it-IT" dirty="0"/>
          </a:p>
        </p:txBody>
      </p:sp>
    </p:spTree>
    <p:extLst>
      <p:ext uri="{BB962C8B-B14F-4D97-AF65-F5344CB8AC3E}">
        <p14:creationId xmlns:p14="http://schemas.microsoft.com/office/powerpoint/2010/main" val="184802989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60777367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1619794" y="1736726"/>
            <a:ext cx="10162903"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1619794" y="4596754"/>
            <a:ext cx="10162903"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4291266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1607193" y="1825625"/>
            <a:ext cx="4713052"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6897189" y="1825625"/>
            <a:ext cx="4885508"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60224856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1619795" y="1681163"/>
            <a:ext cx="487244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1619795" y="2505075"/>
            <a:ext cx="4872446"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6910251" y="1681163"/>
            <a:ext cx="487244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6910251" y="2505075"/>
            <a:ext cx="4872446"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424167546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data 2">
            <a:extLst>
              <a:ext uri="{FF2B5EF4-FFF2-40B4-BE49-F238E27FC236}">
                <a16:creationId xmlns:a16="http://schemas.microsoft.com/office/drawing/2014/main" id="{93497BDC-F780-482A-B00D-623003EBCC4C}"/>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4" name="Segnaposto piè di pagina 3">
            <a:extLst>
              <a:ext uri="{FF2B5EF4-FFF2-40B4-BE49-F238E27FC236}">
                <a16:creationId xmlns:a16="http://schemas.microsoft.com/office/drawing/2014/main" id="{9DF9F76F-F710-4222-8AE8-D8EF547FE2E9}"/>
              </a:ext>
            </a:extLst>
          </p:cNvPr>
          <p:cNvSpPr>
            <a:spLocks noGrp="1"/>
          </p:cNvSpPr>
          <p:nvPr>
            <p:ph type="ftr" sz="quarter" idx="11"/>
          </p:nvPr>
        </p:nvSpPr>
        <p:spPr/>
        <p:txBody>
          <a:bodyPr/>
          <a:lstStyle/>
          <a:p>
            <a:endParaRPr lang="it-IT" dirty="0"/>
          </a:p>
        </p:txBody>
      </p:sp>
      <p:sp>
        <p:nvSpPr>
          <p:cNvPr id="5" name="Segnaposto titolo 1">
            <a:extLst>
              <a:ext uri="{FF2B5EF4-FFF2-40B4-BE49-F238E27FC236}">
                <a16:creationId xmlns:a16="http://schemas.microsoft.com/office/drawing/2014/main" id="{5F8448A6-BA0D-48F5-901B-CA9C0E8926F6}"/>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6768871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5" name="Rettangolo 4">
            <a:extLst>
              <a:ext uri="{FF2B5EF4-FFF2-40B4-BE49-F238E27FC236}">
                <a16:creationId xmlns:a16="http://schemas.microsoft.com/office/drawing/2014/main" id="{52777D80-3793-46C5-9B6B-BF992CAF3CCE}"/>
              </a:ext>
            </a:extLst>
          </p:cNvPr>
          <p:cNvSpPr/>
          <p:nvPr userDrawn="1"/>
        </p:nvSpPr>
        <p:spPr>
          <a:xfrm>
            <a:off x="0" y="6195216"/>
            <a:ext cx="12192000" cy="662783"/>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solidFill>
                  <a:schemeClr val="bg1"/>
                </a:solidFill>
              </a:defRPr>
            </a:lvl1pPr>
          </a:lstStyle>
          <a:p>
            <a:r>
              <a:rPr lang="it-IT" dirty="0"/>
              <a:t>#AzureDayRome</a:t>
            </a:r>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lvl1pPr>
              <a:defRPr>
                <a:solidFill>
                  <a:schemeClr val="bg1"/>
                </a:solidFill>
              </a:defRPr>
            </a:lvl1pPr>
          </a:lstStyle>
          <a:p>
            <a:endParaRPr lang="it-IT" dirty="0"/>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31796267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1619794" y="1587657"/>
            <a:ext cx="3932237" cy="888865"/>
          </a:xfrm>
        </p:spPr>
        <p:txBody>
          <a:bodyPr anchor="b"/>
          <a:lstStyle>
            <a:lvl1pPr>
              <a:defRPr sz="3200">
                <a:solidFill>
                  <a:srgbClr val="3B3838"/>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5839097" y="1587657"/>
            <a:ext cx="5943600"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1619794" y="2880880"/>
            <a:ext cx="3932237"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8C52628-7CD8-4B9E-85F2-AA6D0F451AE1}"/>
              </a:ext>
            </a:extLst>
          </p:cNvPr>
          <p:cNvSpPr txBox="1">
            <a:spLocks/>
          </p:cNvSpPr>
          <p:nvPr userDrawn="1"/>
        </p:nvSpPr>
        <p:spPr>
          <a:xfrm>
            <a:off x="1463039" y="18255"/>
            <a:ext cx="1072895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Segoe UI" panose="020B0502040204020203" pitchFamily="34" charset="0"/>
                <a:ea typeface="+mj-ea"/>
                <a:cs typeface="Segoe UI" panose="020B0502040204020203" pitchFamily="34" charset="0"/>
              </a:defRPr>
            </a:lvl1pPr>
          </a:lstStyle>
          <a:p>
            <a:r>
              <a:rPr lang="it-IT"/>
              <a:t>Fare clic per modificare lo stile del titolo </a:t>
            </a:r>
            <a:endParaRPr lang="it-IT" dirty="0"/>
          </a:p>
        </p:txBody>
      </p:sp>
      <p:sp>
        <p:nvSpPr>
          <p:cNvPr id="9" name="Segnaposto titolo 1">
            <a:extLst>
              <a:ext uri="{FF2B5EF4-FFF2-40B4-BE49-F238E27FC236}">
                <a16:creationId xmlns:a16="http://schemas.microsoft.com/office/drawing/2014/main" id="{3F1D8162-967F-491C-8075-478356124555}"/>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68869528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1619794" y="1515291"/>
            <a:ext cx="3932237" cy="1031965"/>
          </a:xfrm>
        </p:spPr>
        <p:txBody>
          <a:bodyPr anchor="b"/>
          <a:lstStyle>
            <a:lvl1pPr>
              <a:defRPr sz="3200">
                <a:solidFill>
                  <a:srgbClr val="3B3838"/>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5969725" y="1515291"/>
            <a:ext cx="5812971" cy="434575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1619793" y="2761388"/>
            <a:ext cx="3932237"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0BE16406-DCB4-4984-8046-F9EFFF081186}"/>
              </a:ext>
            </a:extLst>
          </p:cNvPr>
          <p:cNvSpPr txBox="1">
            <a:spLocks/>
          </p:cNvSpPr>
          <p:nvPr userDrawn="1"/>
        </p:nvSpPr>
        <p:spPr>
          <a:xfrm>
            <a:off x="1463039" y="18255"/>
            <a:ext cx="10728959"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Segoe UI" panose="020B0502040204020203" pitchFamily="34" charset="0"/>
                <a:ea typeface="+mj-ea"/>
                <a:cs typeface="Segoe UI" panose="020B0502040204020203" pitchFamily="34" charset="0"/>
              </a:defRPr>
            </a:lvl1pPr>
          </a:lstStyle>
          <a:p>
            <a:r>
              <a:rPr lang="it-IT" dirty="0"/>
              <a:t>Fare clic per modificare lo stile del titolo </a:t>
            </a:r>
          </a:p>
        </p:txBody>
      </p:sp>
      <p:sp>
        <p:nvSpPr>
          <p:cNvPr id="9" name="Segnaposto titolo 1">
            <a:extLst>
              <a:ext uri="{FF2B5EF4-FFF2-40B4-BE49-F238E27FC236}">
                <a16:creationId xmlns:a16="http://schemas.microsoft.com/office/drawing/2014/main" id="{E5B1B50D-5827-411C-8C68-4B6FEA76FB11}"/>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386794663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132879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3B3838"/>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1619793" y="1554479"/>
            <a:ext cx="7534003"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1619794" y="316559"/>
            <a:ext cx="10162903"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76205685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E81AC213-F388-4E21-98C4-36E6E89F2D9A}"/>
              </a:ext>
            </a:extLst>
          </p:cNvPr>
          <p:cNvSpPr>
            <a:spLocks noGrp="1"/>
          </p:cNvSpPr>
          <p:nvPr>
            <p:ph type="ctrTitle"/>
          </p:nvPr>
        </p:nvSpPr>
        <p:spPr>
          <a:xfrm>
            <a:off x="2625633" y="1600200"/>
            <a:ext cx="9157063" cy="2387600"/>
          </a:xfrm>
        </p:spPr>
        <p:txBody>
          <a:bodyPr anchor="ctr"/>
          <a:lstStyle>
            <a:lvl1pPr algn="ctr">
              <a:defRPr sz="4400">
                <a:latin typeface="+mn-lt"/>
              </a:defRPr>
            </a:lvl1pPr>
          </a:lstStyle>
          <a:p>
            <a:r>
              <a:rPr lang="it-IT" dirty="0"/>
              <a:t>Fare clic per modificare lo stile del titolo dello schema</a:t>
            </a:r>
          </a:p>
        </p:txBody>
      </p:sp>
      <p:sp>
        <p:nvSpPr>
          <p:cNvPr id="3" name="Sottotitolo 2">
            <a:extLst>
              <a:ext uri="{FF2B5EF4-FFF2-40B4-BE49-F238E27FC236}">
                <a16:creationId xmlns:a16="http://schemas.microsoft.com/office/drawing/2014/main" id="{2816E0C6-E17F-4FDB-8980-765ACC03A172}"/>
              </a:ext>
            </a:extLst>
          </p:cNvPr>
          <p:cNvSpPr>
            <a:spLocks noGrp="1"/>
          </p:cNvSpPr>
          <p:nvPr>
            <p:ph type="subTitle" idx="1"/>
          </p:nvPr>
        </p:nvSpPr>
        <p:spPr>
          <a:xfrm>
            <a:off x="2625634" y="4344194"/>
            <a:ext cx="91570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AA79011E-D390-43E9-A2A7-33EA50B34A2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D52116E-899F-443D-9DAC-ADEC6441CF29}"/>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974020F4-9E0A-40BD-8784-A68D91CBF059}"/>
              </a:ext>
            </a:extLst>
          </p:cNvPr>
          <p:cNvSpPr txBox="1">
            <a:spLocks/>
          </p:cNvSpPr>
          <p:nvPr userDrawn="1"/>
        </p:nvSpPr>
        <p:spPr>
          <a:xfrm>
            <a:off x="2625633" y="316559"/>
            <a:ext cx="9157064"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658953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olo e contenuto">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924B6594-436E-4CB3-AD0B-3DF1CF78567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0B579950-EAE6-44C5-8A5A-B17F721DAEB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BD6E3443-EB60-437C-AB50-5D4C81480687}"/>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0965ADC6-875C-482E-A5A7-491A1C4430FA}"/>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25973848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360E1D9-830C-42E5-B43B-29DB0C744A32}"/>
              </a:ext>
            </a:extLst>
          </p:cNvPr>
          <p:cNvSpPr>
            <a:spLocks noGrp="1"/>
          </p:cNvSpPr>
          <p:nvPr>
            <p:ph type="title"/>
          </p:nvPr>
        </p:nvSpPr>
        <p:spPr>
          <a:xfrm>
            <a:off x="2625634" y="1736726"/>
            <a:ext cx="9157063" cy="2852737"/>
          </a:xfrm>
        </p:spPr>
        <p:txBody>
          <a:bodyPr anchor="b"/>
          <a:lstStyle>
            <a:lvl1pPr>
              <a:defRPr sz="6000"/>
            </a:lvl1pPr>
          </a:lstStyle>
          <a:p>
            <a:r>
              <a:rPr lang="it-IT" dirty="0"/>
              <a:t>Fare clic per modificare lo stile del titolo dello schema</a:t>
            </a:r>
          </a:p>
        </p:txBody>
      </p:sp>
      <p:sp>
        <p:nvSpPr>
          <p:cNvPr id="3" name="Segnaposto testo 2">
            <a:extLst>
              <a:ext uri="{FF2B5EF4-FFF2-40B4-BE49-F238E27FC236}">
                <a16:creationId xmlns:a16="http://schemas.microsoft.com/office/drawing/2014/main" id="{59591FCF-D95B-487B-A7A1-F791F33EB6EB}"/>
              </a:ext>
            </a:extLst>
          </p:cNvPr>
          <p:cNvSpPr>
            <a:spLocks noGrp="1"/>
          </p:cNvSpPr>
          <p:nvPr>
            <p:ph type="body" idx="1"/>
          </p:nvPr>
        </p:nvSpPr>
        <p:spPr>
          <a:xfrm>
            <a:off x="2625634" y="4596754"/>
            <a:ext cx="9157063"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dirty="0"/>
              <a:t>Fare clic per modificare gli stili del testo dello schema</a:t>
            </a:r>
          </a:p>
        </p:txBody>
      </p:sp>
      <p:sp>
        <p:nvSpPr>
          <p:cNvPr id="4" name="Segnaposto data 3">
            <a:extLst>
              <a:ext uri="{FF2B5EF4-FFF2-40B4-BE49-F238E27FC236}">
                <a16:creationId xmlns:a16="http://schemas.microsoft.com/office/drawing/2014/main" id="{1A098EBC-55A3-4699-8138-556E5BB637D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86C5592B-641A-418A-A3A0-1A3EA60A3B17}"/>
              </a:ext>
            </a:extLst>
          </p:cNvPr>
          <p:cNvSpPr>
            <a:spLocks noGrp="1"/>
          </p:cNvSpPr>
          <p:nvPr>
            <p:ph type="ftr" sz="quarter" idx="11"/>
          </p:nvPr>
        </p:nvSpPr>
        <p:spPr/>
        <p:txBody>
          <a:bodyPr/>
          <a:lstStyle/>
          <a:p>
            <a:endParaRPr lang="it-IT"/>
          </a:p>
        </p:txBody>
      </p:sp>
      <p:sp>
        <p:nvSpPr>
          <p:cNvPr id="8" name="Segnaposto titolo 1">
            <a:extLst>
              <a:ext uri="{FF2B5EF4-FFF2-40B4-BE49-F238E27FC236}">
                <a16:creationId xmlns:a16="http://schemas.microsoft.com/office/drawing/2014/main" id="{8C1A526D-BDB6-48B9-BE01-73554F395FF1}"/>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24683240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ue contenuti">
    <p:spTree>
      <p:nvGrpSpPr>
        <p:cNvPr id="1" name=""/>
        <p:cNvGrpSpPr/>
        <p:nvPr/>
      </p:nvGrpSpPr>
      <p:grpSpPr>
        <a:xfrm>
          <a:off x="0" y="0"/>
          <a:ext cx="0" cy="0"/>
          <a:chOff x="0" y="0"/>
          <a:chExt cx="0" cy="0"/>
        </a:xfrm>
      </p:grpSpPr>
      <p:sp>
        <p:nvSpPr>
          <p:cNvPr id="3" name="Segnaposto contenuto 2">
            <a:extLst>
              <a:ext uri="{FF2B5EF4-FFF2-40B4-BE49-F238E27FC236}">
                <a16:creationId xmlns:a16="http://schemas.microsoft.com/office/drawing/2014/main" id="{4DDB07BF-6C79-4467-ACB1-0767E3771EDC}"/>
              </a:ext>
            </a:extLst>
          </p:cNvPr>
          <p:cNvSpPr>
            <a:spLocks noGrp="1"/>
          </p:cNvSpPr>
          <p:nvPr>
            <p:ph sz="half" idx="1"/>
          </p:nvPr>
        </p:nvSpPr>
        <p:spPr>
          <a:xfrm>
            <a:off x="2625634" y="1835513"/>
            <a:ext cx="4323805"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contenuto 3">
            <a:extLst>
              <a:ext uri="{FF2B5EF4-FFF2-40B4-BE49-F238E27FC236}">
                <a16:creationId xmlns:a16="http://schemas.microsoft.com/office/drawing/2014/main" id="{AA3F5DFD-F0C1-4DC6-875A-D8417FB428B1}"/>
              </a:ext>
            </a:extLst>
          </p:cNvPr>
          <p:cNvSpPr>
            <a:spLocks noGrp="1"/>
          </p:cNvSpPr>
          <p:nvPr>
            <p:ph sz="half" idx="2"/>
          </p:nvPr>
        </p:nvSpPr>
        <p:spPr>
          <a:xfrm>
            <a:off x="7458891" y="1825625"/>
            <a:ext cx="4323805" cy="435133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data 4">
            <a:extLst>
              <a:ext uri="{FF2B5EF4-FFF2-40B4-BE49-F238E27FC236}">
                <a16:creationId xmlns:a16="http://schemas.microsoft.com/office/drawing/2014/main" id="{3255D52C-1AD6-485F-97E2-A18AE2C9BBEB}"/>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606CB1CD-EEE9-47F1-B168-D7DCFBDB8307}"/>
              </a:ext>
            </a:extLst>
          </p:cNvPr>
          <p:cNvSpPr>
            <a:spLocks noGrp="1"/>
          </p:cNvSpPr>
          <p:nvPr>
            <p:ph type="ftr" sz="quarter" idx="11"/>
          </p:nvPr>
        </p:nvSpPr>
        <p:spPr/>
        <p:txBody>
          <a:bodyPr/>
          <a:lstStyle/>
          <a:p>
            <a:endParaRPr lang="it-IT"/>
          </a:p>
        </p:txBody>
      </p:sp>
      <p:sp>
        <p:nvSpPr>
          <p:cNvPr id="7" name="Segnaposto titolo 1">
            <a:extLst>
              <a:ext uri="{FF2B5EF4-FFF2-40B4-BE49-F238E27FC236}">
                <a16:creationId xmlns:a16="http://schemas.microsoft.com/office/drawing/2014/main" id="{B915A429-AA51-465F-99BF-0EDBF7ED997B}"/>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24587005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fronto">
    <p:spTree>
      <p:nvGrpSpPr>
        <p:cNvPr id="1" name=""/>
        <p:cNvGrpSpPr/>
        <p:nvPr/>
      </p:nvGrpSpPr>
      <p:grpSpPr>
        <a:xfrm>
          <a:off x="0" y="0"/>
          <a:ext cx="0" cy="0"/>
          <a:chOff x="0" y="0"/>
          <a:chExt cx="0" cy="0"/>
        </a:xfrm>
      </p:grpSpPr>
      <p:sp>
        <p:nvSpPr>
          <p:cNvPr id="3" name="Segnaposto testo 2">
            <a:extLst>
              <a:ext uri="{FF2B5EF4-FFF2-40B4-BE49-F238E27FC236}">
                <a16:creationId xmlns:a16="http://schemas.microsoft.com/office/drawing/2014/main" id="{28A0B334-5A2E-420D-B34F-0C59C82F6877}"/>
              </a:ext>
            </a:extLst>
          </p:cNvPr>
          <p:cNvSpPr>
            <a:spLocks noGrp="1"/>
          </p:cNvSpPr>
          <p:nvPr>
            <p:ph type="body" idx="1"/>
          </p:nvPr>
        </p:nvSpPr>
        <p:spPr>
          <a:xfrm>
            <a:off x="2625634" y="1664155"/>
            <a:ext cx="41931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4" name="Segnaposto contenuto 3">
            <a:extLst>
              <a:ext uri="{FF2B5EF4-FFF2-40B4-BE49-F238E27FC236}">
                <a16:creationId xmlns:a16="http://schemas.microsoft.com/office/drawing/2014/main" id="{F3888714-BC9E-4F0C-9BCB-271CD43D7529}"/>
              </a:ext>
            </a:extLst>
          </p:cNvPr>
          <p:cNvSpPr>
            <a:spLocks noGrp="1"/>
          </p:cNvSpPr>
          <p:nvPr>
            <p:ph sz="half" idx="2"/>
          </p:nvPr>
        </p:nvSpPr>
        <p:spPr>
          <a:xfrm>
            <a:off x="2625633" y="2527640"/>
            <a:ext cx="4193179"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5" name="Segnaposto testo 4">
            <a:extLst>
              <a:ext uri="{FF2B5EF4-FFF2-40B4-BE49-F238E27FC236}">
                <a16:creationId xmlns:a16="http://schemas.microsoft.com/office/drawing/2014/main" id="{59DBCF60-51E3-49AF-B7E7-0E0D5D215F6E}"/>
              </a:ext>
            </a:extLst>
          </p:cNvPr>
          <p:cNvSpPr>
            <a:spLocks noGrp="1"/>
          </p:cNvSpPr>
          <p:nvPr>
            <p:ph type="body" sz="quarter" idx="3"/>
          </p:nvPr>
        </p:nvSpPr>
        <p:spPr>
          <a:xfrm>
            <a:off x="7589519" y="1681163"/>
            <a:ext cx="419317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dirty="0"/>
              <a:t>Fare clic per modificare gli stili del testo dello schema</a:t>
            </a:r>
          </a:p>
        </p:txBody>
      </p:sp>
      <p:sp>
        <p:nvSpPr>
          <p:cNvPr id="6" name="Segnaposto contenuto 5">
            <a:extLst>
              <a:ext uri="{FF2B5EF4-FFF2-40B4-BE49-F238E27FC236}">
                <a16:creationId xmlns:a16="http://schemas.microsoft.com/office/drawing/2014/main" id="{C5EE61DC-AAA5-4E2D-BF46-D00329A5C184}"/>
              </a:ext>
            </a:extLst>
          </p:cNvPr>
          <p:cNvSpPr>
            <a:spLocks noGrp="1"/>
          </p:cNvSpPr>
          <p:nvPr>
            <p:ph sz="quarter" idx="4"/>
          </p:nvPr>
        </p:nvSpPr>
        <p:spPr>
          <a:xfrm>
            <a:off x="7589519" y="2505075"/>
            <a:ext cx="4193177" cy="3684588"/>
          </a:xfrm>
        </p:spPr>
        <p:txBody>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7" name="Segnaposto data 6">
            <a:extLst>
              <a:ext uri="{FF2B5EF4-FFF2-40B4-BE49-F238E27FC236}">
                <a16:creationId xmlns:a16="http://schemas.microsoft.com/office/drawing/2014/main" id="{7AAF0436-58B6-47F6-8E11-84D919C7EDD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8" name="Segnaposto piè di pagina 7">
            <a:extLst>
              <a:ext uri="{FF2B5EF4-FFF2-40B4-BE49-F238E27FC236}">
                <a16:creationId xmlns:a16="http://schemas.microsoft.com/office/drawing/2014/main" id="{3CE0F1DC-C34B-4F16-A8A1-59B2D4B6A93E}"/>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FF69F79A-A6ED-473E-82AC-E596A5C35CF6}"/>
              </a:ext>
            </a:extLst>
          </p:cNvPr>
          <p:cNvSpPr>
            <a:spLocks noGrp="1"/>
          </p:cNvSpPr>
          <p:nvPr>
            <p:ph type="title"/>
          </p:nvPr>
        </p:nvSpPr>
        <p:spPr>
          <a:xfrm>
            <a:off x="2625633" y="316559"/>
            <a:ext cx="9157064"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90030919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Solo titolo">
    <p:spTree>
      <p:nvGrpSpPr>
        <p:cNvPr id="1" name=""/>
        <p:cNvGrpSpPr/>
        <p:nvPr/>
      </p:nvGrpSpPr>
      <p:grpSpPr>
        <a:xfrm>
          <a:off x="0" y="0"/>
          <a:ext cx="0" cy="0"/>
          <a:chOff x="0" y="0"/>
          <a:chExt cx="0" cy="0"/>
        </a:xfrm>
      </p:grpSpPr>
      <p:sp>
        <p:nvSpPr>
          <p:cNvPr id="3" name="Segnaposto data 2">
            <a:extLst>
              <a:ext uri="{FF2B5EF4-FFF2-40B4-BE49-F238E27FC236}">
                <a16:creationId xmlns:a16="http://schemas.microsoft.com/office/drawing/2014/main" id="{93497BDC-F780-482A-B00D-623003EBCC4C}"/>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4" name="Segnaposto piè di pagina 3">
            <a:extLst>
              <a:ext uri="{FF2B5EF4-FFF2-40B4-BE49-F238E27FC236}">
                <a16:creationId xmlns:a16="http://schemas.microsoft.com/office/drawing/2014/main" id="{9DF9F76F-F710-4222-8AE8-D8EF547FE2E9}"/>
              </a:ext>
            </a:extLst>
          </p:cNvPr>
          <p:cNvSpPr>
            <a:spLocks noGrp="1"/>
          </p:cNvSpPr>
          <p:nvPr>
            <p:ph type="ftr" sz="quarter" idx="11"/>
          </p:nvPr>
        </p:nvSpPr>
        <p:spPr/>
        <p:txBody>
          <a:bodyPr/>
          <a:lstStyle/>
          <a:p>
            <a:endParaRPr lang="it-IT" dirty="0"/>
          </a:p>
        </p:txBody>
      </p:sp>
      <p:sp>
        <p:nvSpPr>
          <p:cNvPr id="5" name="Segnaposto titolo 1">
            <a:extLst>
              <a:ext uri="{FF2B5EF4-FFF2-40B4-BE49-F238E27FC236}">
                <a16:creationId xmlns:a16="http://schemas.microsoft.com/office/drawing/2014/main" id="{5F8448A6-BA0D-48F5-901B-CA9C0E8926F6}"/>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72352017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7281375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E577963-0FD6-4635-A1A8-B7BCF35F3DB8}"/>
              </a:ext>
            </a:extLst>
          </p:cNvPr>
          <p:cNvSpPr>
            <a:spLocks noGrp="1"/>
          </p:cNvSpPr>
          <p:nvPr>
            <p:ph type="title"/>
          </p:nvPr>
        </p:nvSpPr>
        <p:spPr>
          <a:xfrm>
            <a:off x="2625634" y="1587657"/>
            <a:ext cx="3592286" cy="888865"/>
          </a:xfrm>
        </p:spPr>
        <p:txBody>
          <a:bodyPr anchor="b"/>
          <a:lstStyle>
            <a:lvl1pPr>
              <a:defRPr sz="3200">
                <a:solidFill>
                  <a:srgbClr val="3B3838"/>
                </a:solidFill>
              </a:defRPr>
            </a:lvl1pPr>
          </a:lstStyle>
          <a:p>
            <a:endParaRPr lang="it-IT" dirty="0"/>
          </a:p>
        </p:txBody>
      </p:sp>
      <p:sp>
        <p:nvSpPr>
          <p:cNvPr id="3" name="Segnaposto contenuto 2">
            <a:extLst>
              <a:ext uri="{FF2B5EF4-FFF2-40B4-BE49-F238E27FC236}">
                <a16:creationId xmlns:a16="http://schemas.microsoft.com/office/drawing/2014/main" id="{A56285E0-D2CF-45EC-824F-708C57150102}"/>
              </a:ext>
            </a:extLst>
          </p:cNvPr>
          <p:cNvSpPr>
            <a:spLocks noGrp="1"/>
          </p:cNvSpPr>
          <p:nvPr>
            <p:ph idx="1"/>
          </p:nvPr>
        </p:nvSpPr>
        <p:spPr>
          <a:xfrm>
            <a:off x="6639971" y="1587657"/>
            <a:ext cx="5142726" cy="4544968"/>
          </a:xfrm>
        </p:spPr>
        <p:txBody>
          <a:bodyPr/>
          <a:lstStyle>
            <a:lvl1pPr>
              <a:defRPr sz="3200">
                <a:latin typeface="+mn-lt"/>
              </a:defRPr>
            </a:lvl1pPr>
            <a:lvl2pPr>
              <a:defRPr sz="2800">
                <a:latin typeface="+mn-lt"/>
              </a:defRPr>
            </a:lvl2pPr>
            <a:lvl3pPr>
              <a:defRPr sz="2400">
                <a:latin typeface="+mn-lt"/>
              </a:defRPr>
            </a:lvl3pPr>
            <a:lvl4pPr>
              <a:defRPr sz="2000">
                <a:latin typeface="+mn-lt"/>
              </a:defRPr>
            </a:lvl4pPr>
            <a:lvl5pPr>
              <a:defRPr sz="2000">
                <a:latin typeface="+mn-lt"/>
              </a:defRPr>
            </a:lvl5pPr>
            <a:lvl6pPr>
              <a:defRPr sz="2000"/>
            </a:lvl6pPr>
            <a:lvl7pPr>
              <a:defRPr sz="2000"/>
            </a:lvl7pPr>
            <a:lvl8pPr>
              <a:defRPr sz="2000"/>
            </a:lvl8pPr>
            <a:lvl9pPr>
              <a:defRPr sz="2000"/>
            </a:lvl9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testo 3">
            <a:extLst>
              <a:ext uri="{FF2B5EF4-FFF2-40B4-BE49-F238E27FC236}">
                <a16:creationId xmlns:a16="http://schemas.microsoft.com/office/drawing/2014/main" id="{3085BD09-F8F1-4CF7-88B9-307E74D0BF7C}"/>
              </a:ext>
            </a:extLst>
          </p:cNvPr>
          <p:cNvSpPr>
            <a:spLocks noGrp="1"/>
          </p:cNvSpPr>
          <p:nvPr>
            <p:ph type="body" sz="half" idx="2"/>
          </p:nvPr>
        </p:nvSpPr>
        <p:spPr>
          <a:xfrm>
            <a:off x="2625634" y="2874869"/>
            <a:ext cx="3592286" cy="325174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870B2838-7774-49C1-8FBD-409204B26A84}"/>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99A51A0-997F-4635-8FEA-B4232644B8D3}"/>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3F1D8162-967F-491C-8075-478356124555}"/>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81915080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25C9793-0D22-47FF-B7AF-15663D5AAA52}"/>
              </a:ext>
            </a:extLst>
          </p:cNvPr>
          <p:cNvSpPr>
            <a:spLocks noGrp="1"/>
          </p:cNvSpPr>
          <p:nvPr>
            <p:ph type="title"/>
          </p:nvPr>
        </p:nvSpPr>
        <p:spPr>
          <a:xfrm>
            <a:off x="2625635" y="1481773"/>
            <a:ext cx="3470366" cy="1031965"/>
          </a:xfrm>
        </p:spPr>
        <p:txBody>
          <a:bodyPr anchor="b"/>
          <a:lstStyle>
            <a:lvl1pPr>
              <a:defRPr sz="3200">
                <a:solidFill>
                  <a:srgbClr val="3B3838"/>
                </a:solidFill>
                <a:latin typeface="+mn-lt"/>
              </a:defRPr>
            </a:lvl1pPr>
          </a:lstStyle>
          <a:p>
            <a:endParaRPr lang="it-IT" dirty="0"/>
          </a:p>
        </p:txBody>
      </p:sp>
      <p:sp>
        <p:nvSpPr>
          <p:cNvPr id="3" name="Segnaposto immagine 2">
            <a:extLst>
              <a:ext uri="{FF2B5EF4-FFF2-40B4-BE49-F238E27FC236}">
                <a16:creationId xmlns:a16="http://schemas.microsoft.com/office/drawing/2014/main" id="{3CCCD409-2A98-495F-9E05-476EDBD282E4}"/>
              </a:ext>
            </a:extLst>
          </p:cNvPr>
          <p:cNvSpPr>
            <a:spLocks noGrp="1"/>
          </p:cNvSpPr>
          <p:nvPr>
            <p:ph type="pic" idx="1"/>
          </p:nvPr>
        </p:nvSpPr>
        <p:spPr>
          <a:xfrm>
            <a:off x="6609807" y="1481773"/>
            <a:ext cx="5172890" cy="437927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1B9D9E80-627A-4D17-9029-E14C8D64554E}"/>
              </a:ext>
            </a:extLst>
          </p:cNvPr>
          <p:cNvSpPr>
            <a:spLocks noGrp="1"/>
          </p:cNvSpPr>
          <p:nvPr>
            <p:ph type="body" sz="half" idx="2"/>
          </p:nvPr>
        </p:nvSpPr>
        <p:spPr>
          <a:xfrm>
            <a:off x="2625635" y="2740387"/>
            <a:ext cx="3470366" cy="309966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dirty="0"/>
              <a:t>Fare clic per modificare gli stili del testo dello schema</a:t>
            </a:r>
          </a:p>
        </p:txBody>
      </p:sp>
      <p:sp>
        <p:nvSpPr>
          <p:cNvPr id="5" name="Segnaposto data 4">
            <a:extLst>
              <a:ext uri="{FF2B5EF4-FFF2-40B4-BE49-F238E27FC236}">
                <a16:creationId xmlns:a16="http://schemas.microsoft.com/office/drawing/2014/main" id="{76802470-52B8-47E4-BB8D-82F7917C3C16}"/>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6" name="Segnaposto piè di pagina 5">
            <a:extLst>
              <a:ext uri="{FF2B5EF4-FFF2-40B4-BE49-F238E27FC236}">
                <a16:creationId xmlns:a16="http://schemas.microsoft.com/office/drawing/2014/main" id="{46AF4365-DBFC-499C-9A07-D4D2E10D012F}"/>
              </a:ext>
            </a:extLst>
          </p:cNvPr>
          <p:cNvSpPr>
            <a:spLocks noGrp="1"/>
          </p:cNvSpPr>
          <p:nvPr>
            <p:ph type="ftr" sz="quarter" idx="11"/>
          </p:nvPr>
        </p:nvSpPr>
        <p:spPr/>
        <p:txBody>
          <a:bodyPr/>
          <a:lstStyle/>
          <a:p>
            <a:endParaRPr lang="it-IT"/>
          </a:p>
        </p:txBody>
      </p:sp>
      <p:sp>
        <p:nvSpPr>
          <p:cNvPr id="9" name="Segnaposto titolo 1">
            <a:extLst>
              <a:ext uri="{FF2B5EF4-FFF2-40B4-BE49-F238E27FC236}">
                <a16:creationId xmlns:a16="http://schemas.microsoft.com/office/drawing/2014/main" id="{E5B1B50D-5827-411C-8C68-4B6FEA76FB11}"/>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139256170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itolo e testo verticale">
    <p:spTree>
      <p:nvGrpSpPr>
        <p:cNvPr id="1" name=""/>
        <p:cNvGrpSpPr/>
        <p:nvPr/>
      </p:nvGrpSpPr>
      <p:grpSpPr>
        <a:xfrm>
          <a:off x="0" y="0"/>
          <a:ext cx="0" cy="0"/>
          <a:chOff x="0" y="0"/>
          <a:chExt cx="0" cy="0"/>
        </a:xfrm>
      </p:grpSpPr>
      <p:sp>
        <p:nvSpPr>
          <p:cNvPr id="3" name="Segnaposto testo verticale 2">
            <a:extLst>
              <a:ext uri="{FF2B5EF4-FFF2-40B4-BE49-F238E27FC236}">
                <a16:creationId xmlns:a16="http://schemas.microsoft.com/office/drawing/2014/main" id="{8F76DF86-3239-4301-B70B-A13C8ABA856A}"/>
              </a:ext>
            </a:extLst>
          </p:cNvPr>
          <p:cNvSpPr>
            <a:spLocks noGrp="1"/>
          </p:cNvSpPr>
          <p:nvPr>
            <p:ph type="body" orient="vert" idx="1"/>
          </p:nvPr>
        </p:nvSpPr>
        <p:spPr/>
        <p:txBody>
          <a:bodyPr vert="eaVert"/>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DA96C9C4-33F1-4020-8250-3D1B97B5C413}"/>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AAD5C8DC-1645-450C-9B4E-D669ED3CB47A}"/>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A3481035-E8B5-4DD5-8880-5DE2CCECAFAE}"/>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Tree>
    <p:extLst>
      <p:ext uri="{BB962C8B-B14F-4D97-AF65-F5344CB8AC3E}">
        <p14:creationId xmlns:p14="http://schemas.microsoft.com/office/powerpoint/2010/main" val="203812426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83D8386C-D3E1-4E69-B768-5BEB28C40A40}"/>
              </a:ext>
            </a:extLst>
          </p:cNvPr>
          <p:cNvSpPr>
            <a:spLocks noGrp="1"/>
          </p:cNvSpPr>
          <p:nvPr>
            <p:ph type="title" orient="vert"/>
          </p:nvPr>
        </p:nvSpPr>
        <p:spPr>
          <a:xfrm>
            <a:off x="9153797" y="1554479"/>
            <a:ext cx="2628900" cy="4622484"/>
          </a:xfrm>
        </p:spPr>
        <p:txBody>
          <a:bodyPr vert="eaVert"/>
          <a:lstStyle>
            <a:lvl1pPr>
              <a:defRPr>
                <a:solidFill>
                  <a:srgbClr val="3B3838"/>
                </a:solidFill>
              </a:defRPr>
            </a:lvl1pPr>
          </a:lstStyle>
          <a:p>
            <a:r>
              <a:rPr lang="it-IT" dirty="0"/>
              <a:t>Fare clic per modificare lo stile del titolo dello schema</a:t>
            </a:r>
          </a:p>
        </p:txBody>
      </p:sp>
      <p:sp>
        <p:nvSpPr>
          <p:cNvPr id="3" name="Segnaposto testo verticale 2">
            <a:extLst>
              <a:ext uri="{FF2B5EF4-FFF2-40B4-BE49-F238E27FC236}">
                <a16:creationId xmlns:a16="http://schemas.microsoft.com/office/drawing/2014/main" id="{7640F96A-A1E5-4D89-80FC-898C746DECAF}"/>
              </a:ext>
            </a:extLst>
          </p:cNvPr>
          <p:cNvSpPr>
            <a:spLocks noGrp="1"/>
          </p:cNvSpPr>
          <p:nvPr>
            <p:ph type="body" orient="vert" idx="1"/>
          </p:nvPr>
        </p:nvSpPr>
        <p:spPr>
          <a:xfrm>
            <a:off x="2625634" y="1554479"/>
            <a:ext cx="6528164" cy="4622483"/>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661DD45-3A69-404E-8FF2-1C4D2905171F}"/>
              </a:ext>
            </a:extLst>
          </p:cNvPr>
          <p:cNvSpPr>
            <a:spLocks noGrp="1"/>
          </p:cNvSpPr>
          <p:nvPr>
            <p:ph type="dt" sz="half" idx="10"/>
          </p:nvPr>
        </p:nvSpPr>
        <p:spPr/>
        <p:txBody>
          <a:bodyPr/>
          <a:lstStyle>
            <a:lvl1pPr>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7303782C-43DE-45B5-A0FE-964602A910B7}"/>
              </a:ext>
            </a:extLst>
          </p:cNvPr>
          <p:cNvSpPr>
            <a:spLocks noGrp="1"/>
          </p:cNvSpPr>
          <p:nvPr>
            <p:ph type="ftr" sz="quarter" idx="11"/>
          </p:nvPr>
        </p:nvSpPr>
        <p:spPr/>
        <p:txBody>
          <a:bodyPr/>
          <a:lstStyle/>
          <a:p>
            <a:endParaRPr lang="it-IT"/>
          </a:p>
        </p:txBody>
      </p:sp>
      <p:sp>
        <p:nvSpPr>
          <p:cNvPr id="6" name="Segnaposto titolo 1">
            <a:extLst>
              <a:ext uri="{FF2B5EF4-FFF2-40B4-BE49-F238E27FC236}">
                <a16:creationId xmlns:a16="http://schemas.microsoft.com/office/drawing/2014/main" id="{9EE02F72-0479-433E-8790-EFB53CB0BF09}"/>
              </a:ext>
            </a:extLst>
          </p:cNvPr>
          <p:cNvSpPr txBox="1">
            <a:spLocks/>
          </p:cNvSpPr>
          <p:nvPr userDrawn="1"/>
        </p:nvSpPr>
        <p:spPr>
          <a:xfrm>
            <a:off x="2625634" y="316559"/>
            <a:ext cx="9157063" cy="66278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rgbClr val="3B3838"/>
                </a:solidFill>
              </a:rPr>
              <a:t>Fare clic per modificare lo stile del titolo </a:t>
            </a:r>
          </a:p>
        </p:txBody>
      </p:sp>
    </p:spTree>
    <p:extLst>
      <p:ext uri="{BB962C8B-B14F-4D97-AF65-F5344CB8AC3E}">
        <p14:creationId xmlns:p14="http://schemas.microsoft.com/office/powerpoint/2010/main" val="2805963765"/>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ference">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177288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type="title" preserve="1">
  <p:cSld name="Speaker Intro 2">
    <p:bg>
      <p:bgPr>
        <a:solidFill>
          <a:srgbClr val="EFD485"/>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A3200B19-1F80-1FD4-FF41-354F78E65298}"/>
              </a:ext>
            </a:extLst>
          </p:cNvPr>
          <p:cNvPicPr>
            <a:picLocks noChangeAspect="1"/>
          </p:cNvPicPr>
          <p:nvPr userDrawn="1"/>
        </p:nvPicPr>
        <p:blipFill>
          <a:blip r:embed="rId2">
            <a:extLst>
              <a:ext uri="{28A0092B-C50C-407E-A947-70E740481C1C}">
                <a14:useLocalDpi xmlns:a14="http://schemas.microsoft.com/office/drawing/2010/main" val="0"/>
              </a:ext>
            </a:extLst>
          </a:blip>
          <a:srcRect t="54574"/>
          <a:stretch>
            <a:fillRect/>
          </a:stretch>
        </p:blipFill>
        <p:spPr>
          <a:xfrm>
            <a:off x="0" y="3742660"/>
            <a:ext cx="12192000" cy="3115340"/>
          </a:xfrm>
          <a:prstGeom prst="rect">
            <a:avLst/>
          </a:prstGeom>
        </p:spPr>
      </p:pic>
      <p:sp>
        <p:nvSpPr>
          <p:cNvPr id="11" name="Google Shape;11;p2"/>
          <p:cNvSpPr txBox="1">
            <a:spLocks noGrp="1"/>
          </p:cNvSpPr>
          <p:nvPr>
            <p:ph type="ctrTitle" hasCustomPrompt="1"/>
          </p:nvPr>
        </p:nvSpPr>
        <p:spPr>
          <a:xfrm>
            <a:off x="4379200" y="1289756"/>
            <a:ext cx="7812800" cy="3688400"/>
          </a:xfrm>
          <a:prstGeom prst="rect">
            <a:avLst/>
          </a:prstGeom>
        </p:spPr>
        <p:txBody>
          <a:bodyPr spcFirstLastPara="1" wrap="square" lIns="91425" tIns="91425" rIns="91425" bIns="91425" anchor="b" anchorCtr="0"/>
          <a:lstStyle>
            <a:lvl1pPr lvl="0" algn="r">
              <a:spcBef>
                <a:spcPts val="0"/>
              </a:spcBef>
              <a:spcAft>
                <a:spcPts val="0"/>
              </a:spcAft>
              <a:buClr>
                <a:srgbClr val="FFFFFF"/>
              </a:buClr>
              <a:buSzPts val="4800"/>
              <a:buNone/>
              <a:defRPr sz="6600">
                <a:solidFill>
                  <a:srgbClr val="3B3838"/>
                </a:solidFill>
              </a:defRPr>
            </a:lvl1pPr>
            <a:lvl2pPr lvl="1" algn="ctr">
              <a:spcBef>
                <a:spcPts val="0"/>
              </a:spcBef>
              <a:spcAft>
                <a:spcPts val="0"/>
              </a:spcAft>
              <a:buClr>
                <a:srgbClr val="FFFFFF"/>
              </a:buClr>
              <a:buSzPts val="4800"/>
              <a:buNone/>
              <a:defRPr sz="6400">
                <a:solidFill>
                  <a:srgbClr val="FFFFFF"/>
                </a:solidFill>
              </a:defRPr>
            </a:lvl2pPr>
            <a:lvl3pPr lvl="2" algn="ctr">
              <a:spcBef>
                <a:spcPts val="0"/>
              </a:spcBef>
              <a:spcAft>
                <a:spcPts val="0"/>
              </a:spcAft>
              <a:buClr>
                <a:srgbClr val="FFFFFF"/>
              </a:buClr>
              <a:buSzPts val="4800"/>
              <a:buNone/>
              <a:defRPr sz="6400">
                <a:solidFill>
                  <a:srgbClr val="FFFFFF"/>
                </a:solidFill>
              </a:defRPr>
            </a:lvl3pPr>
            <a:lvl4pPr lvl="3" algn="ctr">
              <a:spcBef>
                <a:spcPts val="0"/>
              </a:spcBef>
              <a:spcAft>
                <a:spcPts val="0"/>
              </a:spcAft>
              <a:buClr>
                <a:srgbClr val="FFFFFF"/>
              </a:buClr>
              <a:buSzPts val="4800"/>
              <a:buNone/>
              <a:defRPr sz="6400">
                <a:solidFill>
                  <a:srgbClr val="FFFFFF"/>
                </a:solidFill>
              </a:defRPr>
            </a:lvl4pPr>
            <a:lvl5pPr lvl="4" algn="ctr">
              <a:spcBef>
                <a:spcPts val="0"/>
              </a:spcBef>
              <a:spcAft>
                <a:spcPts val="0"/>
              </a:spcAft>
              <a:buClr>
                <a:srgbClr val="FFFFFF"/>
              </a:buClr>
              <a:buSzPts val="4800"/>
              <a:buNone/>
              <a:defRPr sz="6400">
                <a:solidFill>
                  <a:srgbClr val="FFFFFF"/>
                </a:solidFill>
              </a:defRPr>
            </a:lvl5pPr>
            <a:lvl6pPr lvl="5" algn="ctr">
              <a:spcBef>
                <a:spcPts val="0"/>
              </a:spcBef>
              <a:spcAft>
                <a:spcPts val="0"/>
              </a:spcAft>
              <a:buClr>
                <a:srgbClr val="FFFFFF"/>
              </a:buClr>
              <a:buSzPts val="4800"/>
              <a:buNone/>
              <a:defRPr sz="6400">
                <a:solidFill>
                  <a:srgbClr val="FFFFFF"/>
                </a:solidFill>
              </a:defRPr>
            </a:lvl6pPr>
            <a:lvl7pPr lvl="6" algn="ctr">
              <a:spcBef>
                <a:spcPts val="0"/>
              </a:spcBef>
              <a:spcAft>
                <a:spcPts val="0"/>
              </a:spcAft>
              <a:buClr>
                <a:srgbClr val="FFFFFF"/>
              </a:buClr>
              <a:buSzPts val="4800"/>
              <a:buNone/>
              <a:defRPr sz="6400">
                <a:solidFill>
                  <a:srgbClr val="FFFFFF"/>
                </a:solidFill>
              </a:defRPr>
            </a:lvl7pPr>
            <a:lvl8pPr lvl="7" algn="ctr">
              <a:spcBef>
                <a:spcPts val="0"/>
              </a:spcBef>
              <a:spcAft>
                <a:spcPts val="0"/>
              </a:spcAft>
              <a:buClr>
                <a:srgbClr val="FFFFFF"/>
              </a:buClr>
              <a:buSzPts val="4800"/>
              <a:buNone/>
              <a:defRPr sz="6400">
                <a:solidFill>
                  <a:srgbClr val="FFFFFF"/>
                </a:solidFill>
              </a:defRPr>
            </a:lvl8pPr>
            <a:lvl9pPr lvl="8" algn="ctr">
              <a:spcBef>
                <a:spcPts val="0"/>
              </a:spcBef>
              <a:spcAft>
                <a:spcPts val="0"/>
              </a:spcAft>
              <a:buClr>
                <a:srgbClr val="FFFFFF"/>
              </a:buClr>
              <a:buSzPts val="4800"/>
              <a:buNone/>
              <a:defRPr sz="6400">
                <a:solidFill>
                  <a:srgbClr val="FFFFFF"/>
                </a:solidFill>
              </a:defRPr>
            </a:lvl9pPr>
          </a:lstStyle>
          <a:p>
            <a:r>
              <a:rPr lang="it-IT" dirty="0"/>
              <a:t>Session Title</a:t>
            </a:r>
            <a:endParaRPr dirty="0"/>
          </a:p>
        </p:txBody>
      </p:sp>
    </p:spTree>
    <p:extLst>
      <p:ext uri="{BB962C8B-B14F-4D97-AF65-F5344CB8AC3E}">
        <p14:creationId xmlns:p14="http://schemas.microsoft.com/office/powerpoint/2010/main" val="392901898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Conference 2">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456228" y="5247248"/>
            <a:ext cx="13104457" cy="1610751"/>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Tree>
    <p:extLst>
      <p:ext uri="{BB962C8B-B14F-4D97-AF65-F5344CB8AC3E}">
        <p14:creationId xmlns:p14="http://schemas.microsoft.com/office/powerpoint/2010/main" val="314767899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Conference 3">
    <p:spTree>
      <p:nvGrpSpPr>
        <p:cNvPr id="1" name=""/>
        <p:cNvGrpSpPr/>
        <p:nvPr/>
      </p:nvGrpSpPr>
      <p:grpSpPr>
        <a:xfrm>
          <a:off x="0" y="0"/>
          <a:ext cx="0" cy="0"/>
          <a:chOff x="0" y="0"/>
          <a:chExt cx="0" cy="0"/>
        </a:xfrm>
      </p:grpSpPr>
      <p:sp>
        <p:nvSpPr>
          <p:cNvPr id="2" name="Rettangolo 1">
            <a:extLst>
              <a:ext uri="{FF2B5EF4-FFF2-40B4-BE49-F238E27FC236}">
                <a16:creationId xmlns:a16="http://schemas.microsoft.com/office/drawing/2014/main" id="{E39836AA-E138-48A5-BA71-0DF9A3EA6287}"/>
              </a:ext>
            </a:extLst>
          </p:cNvPr>
          <p:cNvSpPr/>
          <p:nvPr userDrawn="1"/>
        </p:nvSpPr>
        <p:spPr>
          <a:xfrm>
            <a:off x="-196948" y="3165232"/>
            <a:ext cx="12845177" cy="3692768"/>
          </a:xfrm>
          <a:prstGeom prst="rect">
            <a:avLst/>
          </a:prstGeom>
          <a:solidFill>
            <a:schemeClr val="bg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4400" dirty="0">
                <a:solidFill>
                  <a:srgbClr val="3B3838"/>
                </a:solidFill>
              </a:rPr>
              <a:t>Titolo</a:t>
            </a:r>
          </a:p>
        </p:txBody>
      </p:sp>
    </p:spTree>
    <p:extLst>
      <p:ext uri="{BB962C8B-B14F-4D97-AF65-F5344CB8AC3E}">
        <p14:creationId xmlns:p14="http://schemas.microsoft.com/office/powerpoint/2010/main" val="2021037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Speaker Intro">
    <p:spTree>
      <p:nvGrpSpPr>
        <p:cNvPr id="1" name=""/>
        <p:cNvGrpSpPr/>
        <p:nvPr/>
      </p:nvGrpSpPr>
      <p:grpSpPr>
        <a:xfrm>
          <a:off x="0" y="0"/>
          <a:ext cx="0" cy="0"/>
          <a:chOff x="0" y="0"/>
          <a:chExt cx="0" cy="0"/>
        </a:xfrm>
      </p:grpSpPr>
      <p:sp>
        <p:nvSpPr>
          <p:cNvPr id="6" name="Rettangolo 5">
            <a:extLst>
              <a:ext uri="{FF2B5EF4-FFF2-40B4-BE49-F238E27FC236}">
                <a16:creationId xmlns:a16="http://schemas.microsoft.com/office/drawing/2014/main" id="{C27300C4-421D-4405-87C1-01BBAA9D102A}"/>
              </a:ext>
            </a:extLst>
          </p:cNvPr>
          <p:cNvSpPr/>
          <p:nvPr userDrawn="1"/>
        </p:nvSpPr>
        <p:spPr>
          <a:xfrm>
            <a:off x="4799426" y="1890747"/>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3" name="Rettangolo 2">
            <a:extLst>
              <a:ext uri="{FF2B5EF4-FFF2-40B4-BE49-F238E27FC236}">
                <a16:creationId xmlns:a16="http://schemas.microsoft.com/office/drawing/2014/main" id="{3BC52BE1-DA7B-4B4B-A750-43DC5BAFD8E7}"/>
              </a:ext>
            </a:extLst>
          </p:cNvPr>
          <p:cNvSpPr/>
          <p:nvPr userDrawn="1"/>
        </p:nvSpPr>
        <p:spPr>
          <a:xfrm>
            <a:off x="0" y="5532119"/>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it-IT" sz="5400" b="0" dirty="0">
                <a:solidFill>
                  <a:srgbClr val="3B3838"/>
                </a:solidFill>
                <a:latin typeface="+mn-lt"/>
              </a:rPr>
              <a:t>Session Title</a:t>
            </a:r>
          </a:p>
        </p:txBody>
      </p:sp>
      <p:sp>
        <p:nvSpPr>
          <p:cNvPr id="5" name="Segnaposto immagine 2">
            <a:extLst>
              <a:ext uri="{FF2B5EF4-FFF2-40B4-BE49-F238E27FC236}">
                <a16:creationId xmlns:a16="http://schemas.microsoft.com/office/drawing/2014/main" id="{87C983A3-DC74-4C7F-BA9E-8FD9BACC7845}"/>
              </a:ext>
            </a:extLst>
          </p:cNvPr>
          <p:cNvSpPr>
            <a:spLocks noGrp="1"/>
          </p:cNvSpPr>
          <p:nvPr>
            <p:ph type="pic" idx="1"/>
          </p:nvPr>
        </p:nvSpPr>
        <p:spPr>
          <a:xfrm>
            <a:off x="4799426" y="1896423"/>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7" name="CasellaDiTesto 6">
            <a:extLst>
              <a:ext uri="{FF2B5EF4-FFF2-40B4-BE49-F238E27FC236}">
                <a16:creationId xmlns:a16="http://schemas.microsoft.com/office/drawing/2014/main" id="{805D74D9-99C3-442C-94A0-2256DCB3A8AD}"/>
              </a:ext>
            </a:extLst>
          </p:cNvPr>
          <p:cNvSpPr txBox="1"/>
          <p:nvPr userDrawn="1"/>
        </p:nvSpPr>
        <p:spPr>
          <a:xfrm>
            <a:off x="4799426" y="4441319"/>
            <a:ext cx="2602523" cy="523220"/>
          </a:xfrm>
          <a:prstGeom prst="rect">
            <a:avLst/>
          </a:prstGeom>
          <a:noFill/>
        </p:spPr>
        <p:txBody>
          <a:bodyPr wrap="square" rtlCol="0">
            <a:spAutoFit/>
          </a:bodyPr>
          <a:lstStyle/>
          <a:p>
            <a:pPr algn="ctr"/>
            <a:r>
              <a:rPr lang="it-IT" sz="2800" dirty="0">
                <a:solidFill>
                  <a:schemeClr val="bg1"/>
                </a:solidFill>
              </a:rPr>
              <a:t>Speaker Name</a:t>
            </a:r>
          </a:p>
        </p:txBody>
      </p:sp>
    </p:spTree>
    <p:extLst>
      <p:ext uri="{BB962C8B-B14F-4D97-AF65-F5344CB8AC3E}">
        <p14:creationId xmlns:p14="http://schemas.microsoft.com/office/powerpoint/2010/main" val="79881237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Diapositiva titolo">
    <p:bg>
      <p:bgPr>
        <a:solidFill>
          <a:srgbClr val="EFD485"/>
        </a:solidFill>
        <a:effectLst/>
      </p:bgPr>
    </p:bg>
    <p:spTree>
      <p:nvGrpSpPr>
        <p:cNvPr id="1" name=""/>
        <p:cNvGrpSpPr/>
        <p:nvPr/>
      </p:nvGrpSpPr>
      <p:grpSpPr>
        <a:xfrm>
          <a:off x="0" y="0"/>
          <a:ext cx="0" cy="0"/>
          <a:chOff x="0" y="0"/>
          <a:chExt cx="0" cy="0"/>
        </a:xfrm>
      </p:grpSpPr>
      <p:sp>
        <p:nvSpPr>
          <p:cNvPr id="8" name="Rettangolo 7">
            <a:extLst>
              <a:ext uri="{FF2B5EF4-FFF2-40B4-BE49-F238E27FC236}">
                <a16:creationId xmlns:a16="http://schemas.microsoft.com/office/drawing/2014/main" id="{1B3740AF-E675-42BE-A189-ABCECA1A81AE}"/>
              </a:ext>
            </a:extLst>
          </p:cNvPr>
          <p:cNvSpPr/>
          <p:nvPr userDrawn="1"/>
        </p:nvSpPr>
        <p:spPr>
          <a:xfrm>
            <a:off x="4794736" y="1308294"/>
            <a:ext cx="2602523" cy="241964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 name="Rettangolo 9">
            <a:extLst>
              <a:ext uri="{FF2B5EF4-FFF2-40B4-BE49-F238E27FC236}">
                <a16:creationId xmlns:a16="http://schemas.microsoft.com/office/drawing/2014/main" id="{51E6DB1A-82C4-4D31-BAD7-53B0226442FB}"/>
              </a:ext>
            </a:extLst>
          </p:cNvPr>
          <p:cNvSpPr/>
          <p:nvPr userDrawn="1"/>
        </p:nvSpPr>
        <p:spPr>
          <a:xfrm>
            <a:off x="0" y="5187462"/>
            <a:ext cx="12192000" cy="102694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sz="5400" b="0" dirty="0">
              <a:solidFill>
                <a:srgbClr val="0B78BD"/>
              </a:solidFill>
              <a:latin typeface="+mn-lt"/>
            </a:endParaRPr>
          </a:p>
        </p:txBody>
      </p:sp>
      <p:sp>
        <p:nvSpPr>
          <p:cNvPr id="11" name="Segnaposto immagine 2">
            <a:extLst>
              <a:ext uri="{FF2B5EF4-FFF2-40B4-BE49-F238E27FC236}">
                <a16:creationId xmlns:a16="http://schemas.microsoft.com/office/drawing/2014/main" id="{9024054E-FC58-4A9F-88D6-B1508DD55DBB}"/>
              </a:ext>
            </a:extLst>
          </p:cNvPr>
          <p:cNvSpPr>
            <a:spLocks noGrp="1"/>
          </p:cNvSpPr>
          <p:nvPr>
            <p:ph type="pic" idx="1"/>
          </p:nvPr>
        </p:nvSpPr>
        <p:spPr>
          <a:xfrm>
            <a:off x="4794737" y="1308294"/>
            <a:ext cx="2602523" cy="2419643"/>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12" name="CasellaDiTesto 11">
            <a:extLst>
              <a:ext uri="{FF2B5EF4-FFF2-40B4-BE49-F238E27FC236}">
                <a16:creationId xmlns:a16="http://schemas.microsoft.com/office/drawing/2014/main" id="{9E73A9E7-9566-4807-80F0-C8A8ACDB8D9B}"/>
              </a:ext>
            </a:extLst>
          </p:cNvPr>
          <p:cNvSpPr txBox="1"/>
          <p:nvPr userDrawn="1"/>
        </p:nvSpPr>
        <p:spPr>
          <a:xfrm>
            <a:off x="4794735" y="3727937"/>
            <a:ext cx="2602523" cy="523220"/>
          </a:xfrm>
          <a:prstGeom prst="rect">
            <a:avLst/>
          </a:prstGeom>
          <a:noFill/>
        </p:spPr>
        <p:txBody>
          <a:bodyPr wrap="square" rtlCol="0">
            <a:spAutoFit/>
          </a:bodyPr>
          <a:lstStyle/>
          <a:p>
            <a:pPr algn="ctr"/>
            <a:r>
              <a:rPr lang="it-IT" sz="2800" dirty="0">
                <a:solidFill>
                  <a:schemeClr val="bg1"/>
                </a:solidFill>
              </a:rPr>
              <a:t>Speaker Name</a:t>
            </a:r>
          </a:p>
        </p:txBody>
      </p:sp>
    </p:spTree>
    <p:extLst>
      <p:ext uri="{BB962C8B-B14F-4D97-AF65-F5344CB8AC3E}">
        <p14:creationId xmlns:p14="http://schemas.microsoft.com/office/powerpoint/2010/main" val="345564709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Agenda 1">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r>
              <a:rPr lang="it-IT" dirty="0"/>
              <a:t>Agenda</a:t>
            </a:r>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a:ln>
            <a:solidFill>
              <a:srgbClr val="EFD48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12" name="Segnaposto testo 2">
            <a:extLst>
              <a:ext uri="{FF2B5EF4-FFF2-40B4-BE49-F238E27FC236}">
                <a16:creationId xmlns:a16="http://schemas.microsoft.com/office/drawing/2014/main" id="{C75428D7-6ACD-4F9B-9159-66E4F87F735F}"/>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387277417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Agenda 2">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7" name="Segnaposto titolo 1">
            <a:extLst>
              <a:ext uri="{FF2B5EF4-FFF2-40B4-BE49-F238E27FC236}">
                <a16:creationId xmlns:a16="http://schemas.microsoft.com/office/drawing/2014/main" id="{8304AE0C-0056-49D9-A1BB-E5FD6B842774}"/>
              </a:ext>
            </a:extLst>
          </p:cNvPr>
          <p:cNvSpPr txBox="1">
            <a:spLocks/>
          </p:cNvSpPr>
          <p:nvPr userDrawn="1"/>
        </p:nvSpPr>
        <p:spPr>
          <a:xfrm rot="16200000">
            <a:off x="-1854893" y="3503863"/>
            <a:ext cx="5042195" cy="662782"/>
          </a:xfrm>
          <a:prstGeom prst="rect">
            <a:avLst/>
          </a:prstGeom>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pPr algn="ctr"/>
            <a:r>
              <a:rPr lang="it-IT">
                <a:solidFill>
                  <a:schemeClr val="bg1"/>
                </a:solidFill>
              </a:rPr>
              <a:t>Agenda</a:t>
            </a:r>
            <a:endParaRPr lang="it-IT" dirty="0">
              <a:solidFill>
                <a:schemeClr val="bg1"/>
              </a:solidFill>
            </a:endParaRPr>
          </a:p>
        </p:txBody>
      </p:sp>
      <p:sp>
        <p:nvSpPr>
          <p:cNvPr id="8" name="Segnaposto testo 2">
            <a:extLst>
              <a:ext uri="{FF2B5EF4-FFF2-40B4-BE49-F238E27FC236}">
                <a16:creationId xmlns:a16="http://schemas.microsoft.com/office/drawing/2014/main" id="{8BBCFD4C-AEE9-4341-8F2A-49306A05990A}"/>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240048477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Agenda 4">
    <p:bg>
      <p:bgPr>
        <a:solidFill>
          <a:schemeClr val="bg1"/>
        </a:solidFill>
        <a:effectLst/>
      </p:bgPr>
    </p:bg>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1619794" y="6356350"/>
            <a:ext cx="8884920"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10" name="Rettangolo 9">
            <a:extLst>
              <a:ext uri="{FF2B5EF4-FFF2-40B4-BE49-F238E27FC236}">
                <a16:creationId xmlns:a16="http://schemas.microsoft.com/office/drawing/2014/main" id="{72F75EAC-49A5-42C5-A41A-271C74B54F74}"/>
              </a:ext>
            </a:extLst>
          </p:cNvPr>
          <p:cNvSpPr/>
          <p:nvPr userDrawn="1"/>
        </p:nvSpPr>
        <p:spPr>
          <a:xfrm>
            <a:off x="0" y="0"/>
            <a:ext cx="1332411" cy="6839745"/>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pic>
        <p:nvPicPr>
          <p:cNvPr id="11" name="Immagine 10">
            <a:extLst>
              <a:ext uri="{FF2B5EF4-FFF2-40B4-BE49-F238E27FC236}">
                <a16:creationId xmlns:a16="http://schemas.microsoft.com/office/drawing/2014/main" id="{7BBDB68D-3EA1-4F6B-B91B-966B58B8680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
        <p:nvSpPr>
          <p:cNvPr id="7" name="Segnaposto titolo 1">
            <a:extLst>
              <a:ext uri="{FF2B5EF4-FFF2-40B4-BE49-F238E27FC236}">
                <a16:creationId xmlns:a16="http://schemas.microsoft.com/office/drawing/2014/main" id="{8C83AD98-DC2D-414F-85A7-3B59E4D18FD3}"/>
              </a:ext>
            </a:extLst>
          </p:cNvPr>
          <p:cNvSpPr txBox="1">
            <a:spLocks/>
          </p:cNvSpPr>
          <p:nvPr userDrawn="1"/>
        </p:nvSpPr>
        <p:spPr>
          <a:xfrm>
            <a:off x="159767" y="1772529"/>
            <a:ext cx="1012875" cy="4276578"/>
          </a:xfrm>
          <a:prstGeom prst="rect">
            <a:avLst/>
          </a:prstGeom>
        </p:spPr>
        <p:txBody>
          <a:bodyPr vert="wordArtVert" lIns="91440" tIns="45720" rIns="91440" bIns="45720" rtlCol="0" anchor="ctr">
            <a:normAutofit fontScale="85000"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chemeClr val="bg1"/>
                </a:solidFill>
              </a:rPr>
              <a:t>AGENDA</a:t>
            </a:r>
          </a:p>
        </p:txBody>
      </p:sp>
      <p:sp>
        <p:nvSpPr>
          <p:cNvPr id="8" name="Segnaposto testo 2">
            <a:extLst>
              <a:ext uri="{FF2B5EF4-FFF2-40B4-BE49-F238E27FC236}">
                <a16:creationId xmlns:a16="http://schemas.microsoft.com/office/drawing/2014/main" id="{CD0B6E79-F9A8-427C-AAAD-533973D8E78E}"/>
              </a:ext>
            </a:extLst>
          </p:cNvPr>
          <p:cNvSpPr>
            <a:spLocks noGrp="1"/>
          </p:cNvSpPr>
          <p:nvPr>
            <p:ph idx="1"/>
          </p:nvPr>
        </p:nvSpPr>
        <p:spPr>
          <a:xfrm>
            <a:off x="1619794" y="1492176"/>
            <a:ext cx="10162903" cy="4351338"/>
          </a:xfrm>
          <a:prstGeom prst="rect">
            <a:avLst/>
          </a:prstGeom>
        </p:spPr>
        <p:txBody>
          <a:bodyPr vert="horz" lIns="91440" tIns="45720" rIns="91440" bIns="45720" rtlCol="0">
            <a:normAutofit/>
          </a:bodyPr>
          <a:lstStyle>
            <a:lvl1pPr>
              <a:defRPr sz="2400">
                <a:solidFill>
                  <a:srgbClr val="3B3838"/>
                </a:solidFill>
              </a:defRPr>
            </a:lvl1pPr>
            <a:lvl2pPr>
              <a:defRPr sz="2400">
                <a:solidFill>
                  <a:srgbClr val="3B3838"/>
                </a:solidFill>
              </a:defRPr>
            </a:lvl2pPr>
            <a:lvl3pPr>
              <a:defRPr sz="2400">
                <a:solidFill>
                  <a:srgbClr val="3B3838"/>
                </a:solidFill>
              </a:defRPr>
            </a:lvl3pPr>
            <a:lvl4pPr>
              <a:defRPr sz="2400">
                <a:solidFill>
                  <a:srgbClr val="3B3838"/>
                </a:solidFill>
              </a:defRPr>
            </a:lvl4pPr>
            <a:lvl5pPr>
              <a:defRPr sz="2400">
                <a:solidFill>
                  <a:srgbClr val="3B3838"/>
                </a:solidFill>
              </a:defRPr>
            </a:lvl5p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Tree>
    <p:extLst>
      <p:ext uri="{BB962C8B-B14F-4D97-AF65-F5344CB8AC3E}">
        <p14:creationId xmlns:p14="http://schemas.microsoft.com/office/powerpoint/2010/main" val="779238613"/>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uota Logo DX">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DD1460AA-79FC-1465-E8FD-4F3AAE43225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10504714" y="6356350"/>
            <a:ext cx="1277983" cy="365125"/>
          </a:xfrm>
          <a:prstGeom prst="rect">
            <a:avLst/>
          </a:prstGeom>
        </p:spPr>
        <p:txBody>
          <a:bodyPr vert="horz" lIns="91440" tIns="45720" rIns="91440" bIns="45720" rtlCol="0" anchor="ctr"/>
          <a:lstStyle>
            <a:defPPr>
              <a:defRPr lang="it-IT"/>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a:t>#AzureDayRome</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661182" y="6356350"/>
            <a:ext cx="9843532" cy="365125"/>
          </a:xfrm>
          <a:prstGeom prst="rect">
            <a:avLst/>
          </a:prstGeom>
        </p:spPr>
        <p:txBody>
          <a:bodyPr vert="horz" lIns="91440" tIns="45720" rIns="91440" bIns="45720" rtlCol="0" anchor="ctr"/>
          <a:lstStyle>
            <a:defPPr>
              <a:defRPr lang="it-IT"/>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it-IT"/>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p:nvPr>
        </p:nvSpPr>
        <p:spPr>
          <a:xfrm>
            <a:off x="661182" y="316559"/>
            <a:ext cx="11121515" cy="66278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a:lstStyle>
          <a:p>
            <a:endParaRPr lang="it-IT" dirty="0"/>
          </a:p>
        </p:txBody>
      </p:sp>
      <p:sp>
        <p:nvSpPr>
          <p:cNvPr id="7" name="Segnaposto titolo 1">
            <a:extLst>
              <a:ext uri="{FF2B5EF4-FFF2-40B4-BE49-F238E27FC236}">
                <a16:creationId xmlns:a16="http://schemas.microsoft.com/office/drawing/2014/main" id="{8C83AD98-DC2D-414F-85A7-3B59E4D18FD3}"/>
              </a:ext>
            </a:extLst>
          </p:cNvPr>
          <p:cNvSpPr txBox="1">
            <a:spLocks/>
          </p:cNvSpPr>
          <p:nvPr userDrawn="1"/>
        </p:nvSpPr>
        <p:spPr>
          <a:xfrm>
            <a:off x="159767" y="1772529"/>
            <a:ext cx="1012875" cy="4276578"/>
          </a:xfrm>
          <a:prstGeom prst="rect">
            <a:avLst/>
          </a:prstGeom>
        </p:spPr>
        <p:txBody>
          <a:bodyPr vert="wordArtVert" lIns="91440" tIns="45720" rIns="91440" bIns="45720" rtlCol="0" anchor="ctr">
            <a:normAutofit fontScale="85000" lnSpcReduction="10000"/>
          </a:bodyPr>
          <a:lstStyle>
            <a:lvl1pPr algn="l" defTabSz="914400" rtl="0" eaLnBrk="1" latinLnBrk="0" hangingPunct="1">
              <a:lnSpc>
                <a:spcPct val="90000"/>
              </a:lnSpc>
              <a:spcBef>
                <a:spcPct val="0"/>
              </a:spcBef>
              <a:buNone/>
              <a:defRPr sz="4400" b="1" kern="1200">
                <a:solidFill>
                  <a:srgbClr val="0B78BD"/>
                </a:solidFill>
                <a:latin typeface="+mn-lt"/>
                <a:ea typeface="+mj-ea"/>
                <a:cs typeface="Segoe UI" panose="020B0502040204020203" pitchFamily="34" charset="0"/>
              </a:defRPr>
            </a:lvl1pPr>
          </a:lstStyle>
          <a:p>
            <a:r>
              <a:rPr lang="it-IT" dirty="0">
                <a:solidFill>
                  <a:schemeClr val="bg1"/>
                </a:solidFill>
              </a:rPr>
              <a:t>AGENDA</a:t>
            </a:r>
          </a:p>
        </p:txBody>
      </p:sp>
    </p:spTree>
    <p:extLst>
      <p:ext uri="{BB962C8B-B14F-4D97-AF65-F5344CB8AC3E}">
        <p14:creationId xmlns:p14="http://schemas.microsoft.com/office/powerpoint/2010/main" val="335330084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Question">
    <p:bg>
      <p:bgPr>
        <a:solidFill>
          <a:schemeClr val="bg1"/>
        </a:solidFill>
        <a:effectLst/>
      </p:bgPr>
    </p:bg>
    <p:spTree>
      <p:nvGrpSpPr>
        <p:cNvPr id="1" name=""/>
        <p:cNvGrpSpPr/>
        <p:nvPr/>
      </p:nvGrpSpPr>
      <p:grpSpPr>
        <a:xfrm>
          <a:off x="0" y="0"/>
          <a:ext cx="0" cy="0"/>
          <a:chOff x="0" y="0"/>
          <a:chExt cx="0" cy="0"/>
        </a:xfrm>
      </p:grpSpPr>
      <p:pic>
        <p:nvPicPr>
          <p:cNvPr id="4" name="Immagine 3">
            <a:extLst>
              <a:ext uri="{FF2B5EF4-FFF2-40B4-BE49-F238E27FC236}">
                <a16:creationId xmlns:a16="http://schemas.microsoft.com/office/drawing/2014/main" id="{A9BBBF5A-31D2-2699-19F4-AA649B4BFB7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450286" y="5023939"/>
            <a:ext cx="1332411" cy="1332411"/>
          </a:xfrm>
          <a:prstGeom prst="rect">
            <a:avLst/>
          </a:prstGeom>
        </p:spPr>
      </p:pic>
      <p:pic>
        <p:nvPicPr>
          <p:cNvPr id="10" name="Picture 9" descr="Yellow and blue symbols">
            <a:extLst>
              <a:ext uri="{FF2B5EF4-FFF2-40B4-BE49-F238E27FC236}">
                <a16:creationId xmlns:a16="http://schemas.microsoft.com/office/drawing/2014/main" id="{F166FFCD-9468-2B31-BCAA-F7AAC91BF12D}"/>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2377440" y="0"/>
            <a:ext cx="9814560" cy="6858000"/>
          </a:xfrm>
          <a:prstGeom prst="rect">
            <a:avLst/>
          </a:prstGeom>
        </p:spPr>
      </p:pic>
      <p:sp>
        <p:nvSpPr>
          <p:cNvPr id="2" name="Segnaposto data 1">
            <a:extLst>
              <a:ext uri="{FF2B5EF4-FFF2-40B4-BE49-F238E27FC236}">
                <a16:creationId xmlns:a16="http://schemas.microsoft.com/office/drawing/2014/main" id="{9AA4FEEB-698F-4425-B0B5-04B44DD26685}"/>
              </a:ext>
            </a:extLst>
          </p:cNvPr>
          <p:cNvSpPr>
            <a:spLocks noGrp="1"/>
          </p:cNvSpPr>
          <p:nvPr>
            <p:ph type="dt" sz="half" idx="10"/>
          </p:nvPr>
        </p:nvSpPr>
        <p:spPr>
          <a:xfrm>
            <a:off x="9929004" y="6356350"/>
            <a:ext cx="1853693" cy="365125"/>
          </a:xfrm>
          <a:prstGeom prst="rect">
            <a:avLst/>
          </a:prstGeom>
        </p:spPr>
        <p:txBody>
          <a:bodyPr/>
          <a:lstStyle>
            <a:lvl1pPr>
              <a:defRPr/>
            </a:lvl1pPr>
          </a:lstStyle>
          <a:p>
            <a:r>
              <a:rPr lang="it-IT" dirty="0"/>
              <a:t>#</a:t>
            </a:r>
            <a:r>
              <a:rPr lang="it-IT" dirty="0" err="1"/>
              <a:t>AzureDayTorino</a:t>
            </a:r>
            <a:endParaRPr lang="it-IT" dirty="0"/>
          </a:p>
        </p:txBody>
      </p:sp>
      <p:sp>
        <p:nvSpPr>
          <p:cNvPr id="3" name="Segnaposto piè di pagina 2">
            <a:extLst>
              <a:ext uri="{FF2B5EF4-FFF2-40B4-BE49-F238E27FC236}">
                <a16:creationId xmlns:a16="http://schemas.microsoft.com/office/drawing/2014/main" id="{A808C588-861E-4776-BAF7-1915498CD4DA}"/>
              </a:ext>
            </a:extLst>
          </p:cNvPr>
          <p:cNvSpPr>
            <a:spLocks noGrp="1"/>
          </p:cNvSpPr>
          <p:nvPr>
            <p:ph type="ftr" sz="quarter" idx="11"/>
          </p:nvPr>
        </p:nvSpPr>
        <p:spPr>
          <a:xfrm>
            <a:off x="2625634" y="6356350"/>
            <a:ext cx="7879080" cy="365125"/>
          </a:xfrm>
          <a:prstGeom prst="rect">
            <a:avLst/>
          </a:prstGeom>
        </p:spPr>
        <p:txBody>
          <a:bodyPr/>
          <a:lstStyle/>
          <a:p>
            <a:endParaRPr lang="it-IT" dirty="0"/>
          </a:p>
        </p:txBody>
      </p:sp>
      <p:sp>
        <p:nvSpPr>
          <p:cNvPr id="6" name="Segnaposto titolo 1">
            <a:extLst>
              <a:ext uri="{FF2B5EF4-FFF2-40B4-BE49-F238E27FC236}">
                <a16:creationId xmlns:a16="http://schemas.microsoft.com/office/drawing/2014/main" id="{C7F748ED-3297-4773-9955-327DA3AD0B33}"/>
              </a:ext>
            </a:extLst>
          </p:cNvPr>
          <p:cNvSpPr>
            <a:spLocks noGrp="1"/>
          </p:cNvSpPr>
          <p:nvPr>
            <p:ph type="title" hasCustomPrompt="1"/>
          </p:nvPr>
        </p:nvSpPr>
        <p:spPr>
          <a:xfrm>
            <a:off x="2625634" y="316559"/>
            <a:ext cx="9157063"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err="1"/>
              <a:t>Question</a:t>
            </a:r>
            <a:r>
              <a:rPr lang="it-IT" dirty="0"/>
              <a:t> Time</a:t>
            </a:r>
          </a:p>
        </p:txBody>
      </p:sp>
      <p:pic>
        <p:nvPicPr>
          <p:cNvPr id="5" name="Google Shape;77;p15" descr="photo-1434030216411-0b793f4b4173.jpg">
            <a:extLst>
              <a:ext uri="{FF2B5EF4-FFF2-40B4-BE49-F238E27FC236}">
                <a16:creationId xmlns:a16="http://schemas.microsoft.com/office/drawing/2014/main" id="{722A8524-7FE9-45F2-ADA9-A2F63D65BDF5}"/>
              </a:ext>
            </a:extLst>
          </p:cNvPr>
          <p:cNvPicPr preferRelativeResize="0"/>
          <p:nvPr userDrawn="1"/>
        </p:nvPicPr>
        <p:blipFill rotWithShape="1">
          <a:blip r:embed="rId5">
            <a:alphaModFix/>
          </a:blip>
          <a:srcRect l="28831" r="30600"/>
          <a:stretch/>
        </p:blipFill>
        <p:spPr>
          <a:xfrm>
            <a:off x="0" y="0"/>
            <a:ext cx="2377440" cy="6858000"/>
          </a:xfrm>
          <a:prstGeom prst="rect">
            <a:avLst/>
          </a:prstGeom>
          <a:noFill/>
          <a:ln>
            <a:noFill/>
          </a:ln>
        </p:spPr>
      </p:pic>
    </p:spTree>
    <p:extLst>
      <p:ext uri="{BB962C8B-B14F-4D97-AF65-F5344CB8AC3E}">
        <p14:creationId xmlns:p14="http://schemas.microsoft.com/office/powerpoint/2010/main" val="198637751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Demo">
    <p:bg>
      <p:bgPr>
        <a:solidFill>
          <a:srgbClr val="EFD485"/>
        </a:solidFill>
        <a:effectLst/>
      </p:bgPr>
    </p:bg>
    <p:spTree>
      <p:nvGrpSpPr>
        <p:cNvPr id="1" name=""/>
        <p:cNvGrpSpPr/>
        <p:nvPr/>
      </p:nvGrpSpPr>
      <p:grpSpPr>
        <a:xfrm>
          <a:off x="0" y="0"/>
          <a:ext cx="0" cy="0"/>
          <a:chOff x="0" y="0"/>
          <a:chExt cx="0" cy="0"/>
        </a:xfrm>
      </p:grpSpPr>
      <p:pic>
        <p:nvPicPr>
          <p:cNvPr id="3" name="Immagine 2">
            <a:extLst>
              <a:ext uri="{FF2B5EF4-FFF2-40B4-BE49-F238E27FC236}">
                <a16:creationId xmlns:a16="http://schemas.microsoft.com/office/drawing/2014/main" id="{10A40383-6BE9-4A38-84CE-E391022B5B46}"/>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531552" y="727916"/>
            <a:ext cx="11128896" cy="5814413"/>
          </a:xfrm>
          <a:prstGeom prst="rect">
            <a:avLst/>
          </a:prstGeom>
          <a:effectLst>
            <a:outerShdw dist="50800" dir="5400000" algn="ctr" rotWithShape="0">
              <a:srgbClr val="000000">
                <a:alpha val="16000"/>
              </a:srgbClr>
            </a:outerShdw>
          </a:effectLst>
        </p:spPr>
      </p:pic>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880047" y="315671"/>
            <a:ext cx="9261565" cy="662782"/>
          </a:xfrm>
          <a:prstGeom prst="rect">
            <a:avLst/>
          </a:prstGeom>
        </p:spPr>
        <p:txBody>
          <a:bodyPr vert="horz" lIns="91440" tIns="45720" rIns="91440" bIns="45720" rtlCol="0" anchor="ctr">
            <a:normAutofit/>
          </a:bodyPr>
          <a:lstStyle>
            <a:lvl1pPr algn="ctr">
              <a:defRPr>
                <a:solidFill>
                  <a:schemeClr val="bg1"/>
                </a:solidFill>
                <a:latin typeface="+mn-lt"/>
              </a:defRPr>
            </a:lvl1pPr>
          </a:lstStyle>
          <a:p>
            <a:r>
              <a:rPr lang="it-IT" dirty="0"/>
              <a:t>Demo</a:t>
            </a:r>
          </a:p>
        </p:txBody>
      </p:sp>
    </p:spTree>
    <p:extLst>
      <p:ext uri="{BB962C8B-B14F-4D97-AF65-F5344CB8AC3E}">
        <p14:creationId xmlns:p14="http://schemas.microsoft.com/office/powerpoint/2010/main" val="204972795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Demo">
    <p:bg>
      <p:bgPr>
        <a:solidFill>
          <a:srgbClr val="EFD485"/>
        </a:solidFill>
        <a:effectLst/>
      </p:bgPr>
    </p:bg>
    <p:spTree>
      <p:nvGrpSpPr>
        <p:cNvPr id="1" name=""/>
        <p:cNvGrpSpPr/>
        <p:nvPr/>
      </p:nvGrpSpPr>
      <p:grpSpPr>
        <a:xfrm>
          <a:off x="0" y="0"/>
          <a:ext cx="0" cy="0"/>
          <a:chOff x="0" y="0"/>
          <a:chExt cx="0" cy="0"/>
        </a:xfrm>
      </p:grpSpPr>
      <p:sp>
        <p:nvSpPr>
          <p:cNvPr id="4" name="Segnaposto titolo 1">
            <a:extLst>
              <a:ext uri="{FF2B5EF4-FFF2-40B4-BE49-F238E27FC236}">
                <a16:creationId xmlns:a16="http://schemas.microsoft.com/office/drawing/2014/main" id="{A6C10EFC-5B15-4541-BF67-29984B125E7D}"/>
              </a:ext>
            </a:extLst>
          </p:cNvPr>
          <p:cNvSpPr>
            <a:spLocks noGrp="1"/>
          </p:cNvSpPr>
          <p:nvPr>
            <p:ph type="title" hasCustomPrompt="1"/>
          </p:nvPr>
        </p:nvSpPr>
        <p:spPr>
          <a:xfrm>
            <a:off x="1880047" y="315671"/>
            <a:ext cx="9261565" cy="662782"/>
          </a:xfrm>
          <a:prstGeom prst="rect">
            <a:avLst/>
          </a:prstGeom>
        </p:spPr>
        <p:txBody>
          <a:bodyPr vert="horz" lIns="91440" tIns="45720" rIns="91440" bIns="45720" rtlCol="0" anchor="ctr">
            <a:normAutofit/>
          </a:bodyPr>
          <a:lstStyle>
            <a:lvl1pPr algn="ctr">
              <a:defRPr>
                <a:solidFill>
                  <a:srgbClr val="3B3838"/>
                </a:solidFill>
                <a:latin typeface="+mn-lt"/>
              </a:defRPr>
            </a:lvl1pPr>
          </a:lstStyle>
          <a:p>
            <a:r>
              <a:rPr lang="it-IT" dirty="0"/>
              <a:t>Demo</a:t>
            </a:r>
          </a:p>
        </p:txBody>
      </p:sp>
    </p:spTree>
    <p:extLst>
      <p:ext uri="{BB962C8B-B14F-4D97-AF65-F5344CB8AC3E}">
        <p14:creationId xmlns:p14="http://schemas.microsoft.com/office/powerpoint/2010/main" val="869139193"/>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preserve="1" userDrawn="1">
  <p:cSld name="Title">
    <p:bg>
      <p:bgPr>
        <a:solidFill>
          <a:schemeClr val="bg1"/>
        </a:solidFill>
        <a:effectLst/>
      </p:bgPr>
    </p:bg>
    <p:spTree>
      <p:nvGrpSpPr>
        <p:cNvPr id="1" name="Shape 9"/>
        <p:cNvGrpSpPr/>
        <p:nvPr/>
      </p:nvGrpSpPr>
      <p:grpSpPr>
        <a:xfrm>
          <a:off x="0" y="0"/>
          <a:ext cx="0" cy="0"/>
          <a:chOff x="0" y="0"/>
          <a:chExt cx="0" cy="0"/>
        </a:xfrm>
      </p:grpSpPr>
      <p:pic>
        <p:nvPicPr>
          <p:cNvPr id="3" name="Immagine 2">
            <a:extLst>
              <a:ext uri="{FF2B5EF4-FFF2-40B4-BE49-F238E27FC236}">
                <a16:creationId xmlns:a16="http://schemas.microsoft.com/office/drawing/2014/main" id="{E614E76A-DB37-2759-82D3-7560F8F07AFB}"/>
              </a:ext>
            </a:extLst>
          </p:cNvPr>
          <p:cNvPicPr>
            <a:picLocks noChangeAspect="1"/>
          </p:cNvPicPr>
          <p:nvPr userDrawn="1"/>
        </p:nvPicPr>
        <p:blipFill>
          <a:blip r:embed="rId2">
            <a:extLst>
              <a:ext uri="{BEBA8EAE-BF5A-486C-A8C5-ECC9F3942E4B}">
                <a14:imgProps xmlns:a14="http://schemas.microsoft.com/office/drawing/2010/main">
                  <a14:imgLayer r:embed="rId3">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0698476" y="248859"/>
            <a:ext cx="1332411" cy="1332411"/>
          </a:xfrm>
          <a:prstGeom prst="rect">
            <a:avLst/>
          </a:prstGeom>
        </p:spPr>
      </p:pic>
      <p:sp>
        <p:nvSpPr>
          <p:cNvPr id="4" name="CasellaDiTesto 3">
            <a:extLst>
              <a:ext uri="{FF2B5EF4-FFF2-40B4-BE49-F238E27FC236}">
                <a16:creationId xmlns:a16="http://schemas.microsoft.com/office/drawing/2014/main" id="{E32C6391-BD02-E1A8-6B3B-AFF1CE3F23FD}"/>
              </a:ext>
            </a:extLst>
          </p:cNvPr>
          <p:cNvSpPr txBox="1"/>
          <p:nvPr userDrawn="1"/>
        </p:nvSpPr>
        <p:spPr>
          <a:xfrm>
            <a:off x="2236596" y="1150247"/>
            <a:ext cx="7760677" cy="584775"/>
          </a:xfrm>
          <a:prstGeom prst="rect">
            <a:avLst/>
          </a:prstGeom>
          <a:noFill/>
        </p:spPr>
        <p:txBody>
          <a:bodyPr wrap="square" rtlCol="0">
            <a:spAutoFit/>
          </a:bodyPr>
          <a:lstStyle/>
          <a:p>
            <a:pPr algn="ctr"/>
            <a:r>
              <a:rPr lang="it-IT" sz="3200" dirty="0">
                <a:solidFill>
                  <a:srgbClr val="EFD485"/>
                </a:solidFill>
              </a:rPr>
              <a:t>Platinum Sponsor</a:t>
            </a:r>
          </a:p>
        </p:txBody>
      </p:sp>
      <p:pic>
        <p:nvPicPr>
          <p:cNvPr id="1026" name="Picture 2" descr="Microsoft">
            <a:extLst>
              <a:ext uri="{FF2B5EF4-FFF2-40B4-BE49-F238E27FC236}">
                <a16:creationId xmlns:a16="http://schemas.microsoft.com/office/drawing/2014/main" id="{D3BB2535-1392-4C23-5759-4C1907BA4950}"/>
              </a:ext>
            </a:extLst>
          </p:cNvPr>
          <p:cNvPicPr>
            <a:picLocks noChangeAspect="1" noChangeArrowheads="1"/>
          </p:cNvPicPr>
          <p:nvPr userDrawn="1"/>
        </p:nvPicPr>
        <p:blipFill>
          <a:blip r:embed="rId4">
            <a:alphaModFix/>
            <a:extLst>
              <a:ext uri="{28A0092B-C50C-407E-A947-70E740481C1C}">
                <a14:useLocalDpi xmlns:a14="http://schemas.microsoft.com/office/drawing/2010/main" val="0"/>
              </a:ext>
            </a:extLst>
          </a:blip>
          <a:srcRect/>
          <a:stretch>
            <a:fillRect/>
          </a:stretch>
        </p:blipFill>
        <p:spPr bwMode="auto">
          <a:xfrm>
            <a:off x="4177308" y="1758580"/>
            <a:ext cx="2324052" cy="116202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MSC Technology">
            <a:extLst>
              <a:ext uri="{FF2B5EF4-FFF2-40B4-BE49-F238E27FC236}">
                <a16:creationId xmlns:a16="http://schemas.microsoft.com/office/drawing/2014/main" id="{2128AA76-60B4-001D-B5BA-3E2DB5A29910}"/>
              </a:ext>
            </a:extLst>
          </p:cNvPr>
          <p:cNvPicPr>
            <a:picLocks noChangeAspect="1" noChangeArrowheads="1"/>
          </p:cNvPicPr>
          <p:nvPr userDrawn="1"/>
        </p:nvPicPr>
        <p:blipFill>
          <a:blip r:embed="rId5">
            <a:alphaModFix/>
            <a:extLst>
              <a:ext uri="{28A0092B-C50C-407E-A947-70E740481C1C}">
                <a14:useLocalDpi xmlns:a14="http://schemas.microsoft.com/office/drawing/2010/main" val="0"/>
              </a:ext>
            </a:extLst>
          </a:blip>
          <a:srcRect/>
          <a:stretch>
            <a:fillRect/>
          </a:stretch>
        </p:blipFill>
        <p:spPr bwMode="auto">
          <a:xfrm>
            <a:off x="6535972" y="1781256"/>
            <a:ext cx="2223678" cy="1111839"/>
          </a:xfrm>
          <a:prstGeom prst="rect">
            <a:avLst/>
          </a:prstGeom>
          <a:noFill/>
          <a:extLst>
            <a:ext uri="{909E8E84-426E-40DD-AFC4-6F175D3DCCD1}">
              <a14:hiddenFill xmlns:a14="http://schemas.microsoft.com/office/drawing/2010/main">
                <a:solidFill>
                  <a:srgbClr val="FFFFFF"/>
                </a:solidFill>
              </a14:hiddenFill>
            </a:ext>
          </a:extLst>
        </p:spPr>
      </p:pic>
      <p:sp>
        <p:nvSpPr>
          <p:cNvPr id="6" name="CasellaDiTesto 5">
            <a:extLst>
              <a:ext uri="{FF2B5EF4-FFF2-40B4-BE49-F238E27FC236}">
                <a16:creationId xmlns:a16="http://schemas.microsoft.com/office/drawing/2014/main" id="{72C9EFB4-E3DC-D36E-EE4C-272D764688FB}"/>
              </a:ext>
            </a:extLst>
          </p:cNvPr>
          <p:cNvSpPr txBox="1"/>
          <p:nvPr userDrawn="1"/>
        </p:nvSpPr>
        <p:spPr>
          <a:xfrm>
            <a:off x="2236596" y="3062203"/>
            <a:ext cx="7760677" cy="584775"/>
          </a:xfrm>
          <a:prstGeom prst="rect">
            <a:avLst/>
          </a:prstGeom>
          <a:noFill/>
        </p:spPr>
        <p:txBody>
          <a:bodyPr wrap="square" rtlCol="0">
            <a:spAutoFit/>
          </a:bodyPr>
          <a:lstStyle/>
          <a:p>
            <a:pPr algn="ctr"/>
            <a:r>
              <a:rPr lang="it-IT" sz="3200" dirty="0">
                <a:solidFill>
                  <a:srgbClr val="EFD485"/>
                </a:solidFill>
              </a:rPr>
              <a:t>Technical Sponsor</a:t>
            </a:r>
          </a:p>
        </p:txBody>
      </p:sp>
      <p:pic>
        <p:nvPicPr>
          <p:cNvPr id="1030" name="Picture 6" descr="DotNetCode">
            <a:extLst>
              <a:ext uri="{FF2B5EF4-FFF2-40B4-BE49-F238E27FC236}">
                <a16:creationId xmlns:a16="http://schemas.microsoft.com/office/drawing/2014/main" id="{FC15D550-E442-432B-D4DE-B12B0F5FD966}"/>
              </a:ext>
            </a:extLst>
          </p:cNvPr>
          <p:cNvPicPr>
            <a:picLocks noChangeAspect="1" noChangeArrowheads="1"/>
          </p:cNvPicPr>
          <p:nvPr userDrawn="1"/>
        </p:nvPicPr>
        <p:blipFill>
          <a:blip r:embed="rId6">
            <a:alphaModFix/>
            <a:extLst>
              <a:ext uri="{28A0092B-C50C-407E-A947-70E740481C1C}">
                <a14:useLocalDpi xmlns:a14="http://schemas.microsoft.com/office/drawing/2010/main" val="0"/>
              </a:ext>
            </a:extLst>
          </a:blip>
          <a:srcRect/>
          <a:stretch>
            <a:fillRect/>
          </a:stretch>
        </p:blipFill>
        <p:spPr bwMode="auto">
          <a:xfrm>
            <a:off x="6321022" y="3899061"/>
            <a:ext cx="1564000" cy="7820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Sticker Mule">
            <a:extLst>
              <a:ext uri="{FF2B5EF4-FFF2-40B4-BE49-F238E27FC236}">
                <a16:creationId xmlns:a16="http://schemas.microsoft.com/office/drawing/2014/main" id="{90E1947C-3A52-C4EA-6590-A114F1DEF4F0}"/>
              </a:ext>
            </a:extLst>
          </p:cNvPr>
          <p:cNvPicPr>
            <a:picLocks noChangeAspect="1" noChangeArrowheads="1"/>
          </p:cNvPicPr>
          <p:nvPr userDrawn="1"/>
        </p:nvPicPr>
        <p:blipFill>
          <a:blip r:embed="rId7">
            <a:alphaModFix/>
            <a:extLst>
              <a:ext uri="{28A0092B-C50C-407E-A947-70E740481C1C}">
                <a14:useLocalDpi xmlns:a14="http://schemas.microsoft.com/office/drawing/2010/main" val="0"/>
              </a:ext>
            </a:extLst>
          </a:blip>
          <a:srcRect/>
          <a:stretch>
            <a:fillRect/>
          </a:stretch>
        </p:blipFill>
        <p:spPr bwMode="auto">
          <a:xfrm>
            <a:off x="3430900" y="4831675"/>
            <a:ext cx="1752156" cy="876078"/>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Torino .NET">
            <a:extLst>
              <a:ext uri="{FF2B5EF4-FFF2-40B4-BE49-F238E27FC236}">
                <a16:creationId xmlns:a16="http://schemas.microsoft.com/office/drawing/2014/main" id="{35D98248-AB12-478D-17B0-9DA5F79F8FC3}"/>
              </a:ext>
            </a:extLst>
          </p:cNvPr>
          <p:cNvPicPr>
            <a:picLocks noChangeAspect="1" noChangeArrowheads="1"/>
          </p:cNvPicPr>
          <p:nvPr userDrawn="1"/>
        </p:nvPicPr>
        <p:blipFill>
          <a:blip r:embed="rId8">
            <a:alphaModFix/>
            <a:extLst>
              <a:ext uri="{28A0092B-C50C-407E-A947-70E740481C1C}">
                <a14:useLocalDpi xmlns:a14="http://schemas.microsoft.com/office/drawing/2010/main" val="0"/>
              </a:ext>
            </a:extLst>
          </a:blip>
          <a:srcRect/>
          <a:stretch>
            <a:fillRect/>
          </a:stretch>
        </p:blipFill>
        <p:spPr bwMode="auto">
          <a:xfrm>
            <a:off x="4177308" y="3824365"/>
            <a:ext cx="1677676"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14" descr="Packt Publishing">
            <a:extLst>
              <a:ext uri="{FF2B5EF4-FFF2-40B4-BE49-F238E27FC236}">
                <a16:creationId xmlns:a16="http://schemas.microsoft.com/office/drawing/2014/main" id="{F2419F5C-C452-710B-B0AD-B6DEC64A2E0C}"/>
              </a:ext>
            </a:extLst>
          </p:cNvPr>
          <p:cNvPicPr>
            <a:picLocks noChangeAspect="1" noChangeArrowheads="1"/>
          </p:cNvPicPr>
          <p:nvPr userDrawn="1"/>
        </p:nvPicPr>
        <p:blipFill>
          <a:blip r:embed="rId9">
            <a:alphaModFix/>
            <a:extLst>
              <a:ext uri="{28A0092B-C50C-407E-A947-70E740481C1C}">
                <a14:useLocalDpi xmlns:a14="http://schemas.microsoft.com/office/drawing/2010/main" val="0"/>
              </a:ext>
            </a:extLst>
          </a:blip>
          <a:srcRect/>
          <a:stretch>
            <a:fillRect/>
          </a:stretch>
        </p:blipFill>
        <p:spPr bwMode="auto">
          <a:xfrm>
            <a:off x="5257162" y="4824032"/>
            <a:ext cx="1677675" cy="838838"/>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JetBrains">
            <a:extLst>
              <a:ext uri="{FF2B5EF4-FFF2-40B4-BE49-F238E27FC236}">
                <a16:creationId xmlns:a16="http://schemas.microsoft.com/office/drawing/2014/main" id="{45C8FAB0-5A19-4FA2-A639-C8EA6B509AF7}"/>
              </a:ext>
            </a:extLst>
          </p:cNvPr>
          <p:cNvPicPr>
            <a:picLocks noChangeAspect="1" noChangeArrowheads="1"/>
          </p:cNvPicPr>
          <p:nvPr userDrawn="1"/>
        </p:nvPicPr>
        <p:blipFill>
          <a:blip r:embed="rId10">
            <a:alphaModFix/>
            <a:extLst>
              <a:ext uri="{28A0092B-C50C-407E-A947-70E740481C1C}">
                <a14:useLocalDpi xmlns:a14="http://schemas.microsoft.com/office/drawing/2010/main" val="0"/>
              </a:ext>
            </a:extLst>
          </a:blip>
          <a:srcRect/>
          <a:stretch>
            <a:fillRect/>
          </a:stretch>
        </p:blipFill>
        <p:spPr bwMode="auto">
          <a:xfrm>
            <a:off x="7103022" y="4885016"/>
            <a:ext cx="1752156" cy="8760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5751135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 Id="rId11"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slideLayout" Target="../slideLayouts/slideLayout11.xm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 Id="rId9" Type="http://schemas.openxmlformats.org/officeDocument/2006/relationships/slideLayout" Target="../slideLayouts/slideLayout18.xml"/><Relationship Id="rId10" Type="http://schemas.openxmlformats.org/officeDocument/2006/relationships/slideLayout" Target="../slideLayouts/slideLayout19.xml"/><Relationship Id="rId11" Type="http://schemas.openxmlformats.org/officeDocument/2006/relationships/theme" Target="../theme/theme2.xml"/><Relationship Id="rId12" Type="http://schemas.openxmlformats.org/officeDocument/2006/relationships/image" Target="../media/image12.pn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slideLayout" Target="../slideLayouts/slideLayout21.xml"/><Relationship Id="rId3" Type="http://schemas.openxmlformats.org/officeDocument/2006/relationships/slideLayout" Target="../slideLayouts/slideLayout22.xml"/><Relationship Id="rId4" Type="http://schemas.openxmlformats.org/officeDocument/2006/relationships/slideLayout" Target="../slideLayouts/slideLayout23.xml"/><Relationship Id="rId5" Type="http://schemas.openxmlformats.org/officeDocument/2006/relationships/slideLayout" Target="../slideLayouts/slideLayout24.xml"/><Relationship Id="rId6" Type="http://schemas.openxmlformats.org/officeDocument/2006/relationships/slideLayout" Target="../slideLayouts/slideLayout25.xml"/><Relationship Id="rId7" Type="http://schemas.openxmlformats.org/officeDocument/2006/relationships/slideLayout" Target="../slideLayouts/slideLayout26.xml"/><Relationship Id="rId8" Type="http://schemas.openxmlformats.org/officeDocument/2006/relationships/slideLayout" Target="../slideLayouts/slideLayout27.xml"/><Relationship Id="rId9" Type="http://schemas.openxmlformats.org/officeDocument/2006/relationships/slideLayout" Target="../slideLayouts/slideLayout28.xml"/><Relationship Id="rId10" Type="http://schemas.openxmlformats.org/officeDocument/2006/relationships/slideLayout" Target="../slideLayouts/slideLayout29.xml"/><Relationship Id="rId11" Type="http://schemas.openxmlformats.org/officeDocument/2006/relationships/slideLayout" Target="../slideLayouts/slideLayout30.xml"/><Relationship Id="rId12" Type="http://schemas.openxmlformats.org/officeDocument/2006/relationships/theme" Target="../theme/theme3.xml"/><Relationship Id="rId13" Type="http://schemas.openxmlformats.org/officeDocument/2006/relationships/image" Target="../media/image3.png"/><Relationship Id="rId14" Type="http://schemas.microsoft.com/office/2007/relationships/hdphoto" Target="../media/hdphoto3.wdp"/></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slideLayout" Target="../slideLayouts/slideLayout33.xml"/><Relationship Id="rId4" Type="http://schemas.openxmlformats.org/officeDocument/2006/relationships/slideLayout" Target="../slideLayouts/slideLayout34.xml"/><Relationship Id="rId5" Type="http://schemas.openxmlformats.org/officeDocument/2006/relationships/slideLayout" Target="../slideLayouts/slideLayout35.xml"/><Relationship Id="rId6" Type="http://schemas.openxmlformats.org/officeDocument/2006/relationships/slideLayout" Target="../slideLayouts/slideLayout36.xml"/><Relationship Id="rId7" Type="http://schemas.openxmlformats.org/officeDocument/2006/relationships/slideLayout" Target="../slideLayouts/slideLayout37.xml"/><Relationship Id="rId8" Type="http://schemas.openxmlformats.org/officeDocument/2006/relationships/slideLayout" Target="../slideLayouts/slideLayout38.xml"/><Relationship Id="rId9" Type="http://schemas.openxmlformats.org/officeDocument/2006/relationships/slideLayout" Target="../slideLayouts/slideLayout39.xml"/><Relationship Id="rId10" Type="http://schemas.openxmlformats.org/officeDocument/2006/relationships/slideLayout" Target="../slideLayouts/slideLayout40.xml"/><Relationship Id="rId11" Type="http://schemas.openxmlformats.org/officeDocument/2006/relationships/slideLayout" Target="../slideLayouts/slideLayout41.xml"/><Relationship Id="rId12" Type="http://schemas.openxmlformats.org/officeDocument/2006/relationships/theme" Target="../theme/theme4.xml"/><Relationship Id="rId13" Type="http://schemas.openxmlformats.org/officeDocument/2006/relationships/image" Target="../media/image1.png"/></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slideLayout" Target="../slideLayouts/slideLayout43.xml"/><Relationship Id="rId3" Type="http://schemas.openxmlformats.org/officeDocument/2006/relationships/slideLayout" Target="../slideLayouts/slideLayout44.xml"/><Relationship Id="rId4" Type="http://schemas.openxmlformats.org/officeDocument/2006/relationships/slideLayout" Target="../slideLayouts/slideLayout45.xml"/><Relationship Id="rId5" Type="http://schemas.openxmlformats.org/officeDocument/2006/relationships/slideLayout" Target="../slideLayouts/slideLayout46.xml"/><Relationship Id="rId6" Type="http://schemas.openxmlformats.org/officeDocument/2006/relationships/slideLayout" Target="../slideLayouts/slideLayout47.xml"/><Relationship Id="rId7" Type="http://schemas.openxmlformats.org/officeDocument/2006/relationships/slideLayout" Target="../slideLayouts/slideLayout48.xml"/><Relationship Id="rId8" Type="http://schemas.openxmlformats.org/officeDocument/2006/relationships/slideLayout" Target="../slideLayouts/slideLayout49.xml"/><Relationship Id="rId9" Type="http://schemas.openxmlformats.org/officeDocument/2006/relationships/slideLayout" Target="../slideLayouts/slideLayout50.xml"/><Relationship Id="rId10" Type="http://schemas.openxmlformats.org/officeDocument/2006/relationships/slideLayout" Target="../slideLayouts/slideLayout51.xml"/><Relationship Id="rId11" Type="http://schemas.openxmlformats.org/officeDocument/2006/relationships/slideLayout" Target="../slideLayouts/slideLayout52.xml"/><Relationship Id="rId12" Type="http://schemas.openxmlformats.org/officeDocument/2006/relationships/slideLayout" Target="../slideLayouts/slideLayout53.xml"/><Relationship Id="rId13" Type="http://schemas.openxmlformats.org/officeDocument/2006/relationships/slideLayout" Target="../slideLayouts/slideLayout54.xml"/><Relationship Id="rId14" Type="http://schemas.openxmlformats.org/officeDocument/2006/relationships/slideLayout" Target="../slideLayouts/slideLayout55.xml"/><Relationship Id="rId15" Type="http://schemas.openxmlformats.org/officeDocument/2006/relationships/theme" Target="../theme/theme5.xml"/><Relationship Id="rId16"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EFD485"/>
        </a:solidFill>
        <a:effectLst/>
      </p:bgPr>
    </p:bg>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8FA54CC7-9A7A-4045-B6C3-58856AE6AEB3}"/>
              </a:ext>
            </a:extLst>
          </p:cNvPr>
          <p:cNvPicPr>
            <a:picLocks noChangeAspect="1"/>
          </p:cNvPicPr>
          <p:nvPr userDrawn="1"/>
        </p:nvPicPr>
        <p:blipFill>
          <a:blip r:embed="rId11">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Tree>
    <p:extLst>
      <p:ext uri="{BB962C8B-B14F-4D97-AF65-F5344CB8AC3E}">
        <p14:creationId xmlns:p14="http://schemas.microsoft.com/office/powerpoint/2010/main" val="3390333458"/>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 id="2147483737" r:id="rId4"/>
    <p:sldLayoutId id="2147483738" r:id="rId5"/>
    <p:sldLayoutId id="2147483739" r:id="rId6"/>
    <p:sldLayoutId id="2147483740" r:id="rId7"/>
    <p:sldLayoutId id="2147483743" r:id="rId8"/>
    <p:sldLayoutId id="2147483744" r:id="rId9"/>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B4F1C049-6E41-4F28-8D79-231F45AC5418}"/>
              </a:ext>
            </a:extLst>
          </p:cNvPr>
          <p:cNvSpPr/>
          <p:nvPr userDrawn="1"/>
        </p:nvSpPr>
        <p:spPr>
          <a:xfrm>
            <a:off x="0" y="1"/>
            <a:ext cx="12192000" cy="1195754"/>
          </a:xfrm>
          <a:prstGeom prst="rect">
            <a:avLst/>
          </a:prstGeom>
          <a:solidFill>
            <a:srgbClr val="EFD48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1619794" y="316559"/>
            <a:ext cx="10162903" cy="662782"/>
          </a:xfrm>
          <a:prstGeom prst="rect">
            <a:avLst/>
          </a:prstGeom>
          <a:noFill/>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576776" y="1314157"/>
            <a:ext cx="11205922"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576776" y="6356350"/>
            <a:ext cx="9927938"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8" name="Immagine 7" descr="Immagine che contiene Elementi grafici, schizzo, disegno, arte&#10;&#10;Descrizione generata automaticamente">
            <a:extLst>
              <a:ext uri="{FF2B5EF4-FFF2-40B4-BE49-F238E27FC236}">
                <a16:creationId xmlns:a16="http://schemas.microsoft.com/office/drawing/2014/main" id="{EAE4BD8E-E654-B24C-24AA-93EDFE39A3DD}"/>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a:off x="0" y="0"/>
            <a:ext cx="1494693" cy="1195754"/>
          </a:xfrm>
          <a:prstGeom prst="rect">
            <a:avLst/>
          </a:prstGeom>
        </p:spPr>
      </p:pic>
    </p:spTree>
    <p:extLst>
      <p:ext uri="{BB962C8B-B14F-4D97-AF65-F5344CB8AC3E}">
        <p14:creationId xmlns:p14="http://schemas.microsoft.com/office/powerpoint/2010/main" val="3529241926"/>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7" r:id="rId6"/>
    <p:sldLayoutId id="2147483728" r:id="rId7"/>
    <p:sldLayoutId id="2147483729" r:id="rId8"/>
    <p:sldLayoutId id="2147483730" r:id="rId9"/>
    <p:sldLayoutId id="2147483731" r:id="rId10"/>
  </p:sldLayoutIdLst>
  <p:txStyles>
    <p:title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1619794" y="316559"/>
            <a:ext cx="10162903" cy="662782"/>
          </a:xfrm>
          <a:prstGeom prst="rect">
            <a:avLst/>
          </a:prstGeom>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1619794" y="1314157"/>
            <a:ext cx="10162903"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1619794" y="6356350"/>
            <a:ext cx="888492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11" name="Immagine 10">
            <a:extLst>
              <a:ext uri="{FF2B5EF4-FFF2-40B4-BE49-F238E27FC236}">
                <a16:creationId xmlns:a16="http://schemas.microsoft.com/office/drawing/2014/main" id="{A7533540-83EF-C4E6-9100-721A8C345237}"/>
              </a:ext>
            </a:extLst>
          </p:cNvPr>
          <p:cNvPicPr>
            <a:picLocks noChangeAspect="1"/>
          </p:cNvPicPr>
          <p:nvPr userDrawn="1"/>
        </p:nvPicPr>
        <p:blipFill>
          <a:blip r:embed="rId13">
            <a:extLst>
              <a:ext uri="{BEBA8EAE-BF5A-486C-A8C5-ECC9F3942E4B}">
                <a14:imgProps xmlns:a14="http://schemas.microsoft.com/office/drawing/2010/main">
                  <a14:imgLayer r:embed="rId14">
                    <a14:imgEffect>
                      <a14:artisticGlowEdges/>
                    </a14:imgEffect>
                    <a14:imgEffect>
                      <a14:colorTemperature colorTemp="8800"/>
                    </a14:imgEffect>
                  </a14:imgLayer>
                </a14:imgProps>
              </a:ext>
              <a:ext uri="{28A0092B-C50C-407E-A947-70E740481C1C}">
                <a14:useLocalDpi xmlns:a14="http://schemas.microsoft.com/office/drawing/2010/main" val="0"/>
              </a:ext>
            </a:extLst>
          </a:blip>
          <a:stretch>
            <a:fillRect/>
          </a:stretch>
        </p:blipFill>
        <p:spPr>
          <a:xfrm>
            <a:off x="116426" y="0"/>
            <a:ext cx="1332411" cy="1332411"/>
          </a:xfrm>
          <a:prstGeom prst="rect">
            <a:avLst/>
          </a:prstGeom>
        </p:spPr>
      </p:pic>
    </p:spTree>
    <p:extLst>
      <p:ext uri="{BB962C8B-B14F-4D97-AF65-F5344CB8AC3E}">
        <p14:creationId xmlns:p14="http://schemas.microsoft.com/office/powerpoint/2010/main" val="3940922668"/>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txStyles>
    <p:titleStyle>
      <a:lvl1pPr algn="l" defTabSz="914400" rtl="0" eaLnBrk="1" latinLnBrk="0" hangingPunct="1">
        <a:lnSpc>
          <a:spcPct val="90000"/>
        </a:lnSpc>
        <a:spcBef>
          <a:spcPct val="0"/>
        </a:spcBef>
        <a:buNone/>
        <a:defRPr sz="4400" b="1" kern="1200">
          <a:solidFill>
            <a:schemeClr val="bg2">
              <a:lumMod val="25000"/>
            </a:schemeClr>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2">
              <a:lumMod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2">
              <a:lumMod val="25000"/>
            </a:schemeClr>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2">
              <a:lumMod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2">
              <a:lumMod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ttangolo 6">
            <a:extLst>
              <a:ext uri="{FF2B5EF4-FFF2-40B4-BE49-F238E27FC236}">
                <a16:creationId xmlns:a16="http://schemas.microsoft.com/office/drawing/2014/main" id="{B4F1C049-6E41-4F28-8D79-231F45AC5418}"/>
              </a:ext>
            </a:extLst>
          </p:cNvPr>
          <p:cNvSpPr/>
          <p:nvPr userDrawn="1"/>
        </p:nvSpPr>
        <p:spPr>
          <a:xfrm>
            <a:off x="0" y="0"/>
            <a:ext cx="2364377" cy="6839745"/>
          </a:xfrm>
          <a:prstGeom prst="rect">
            <a:avLst/>
          </a:prstGeom>
          <a:solidFill>
            <a:srgbClr val="EFD48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2" name="Segnaposto titolo 1">
            <a:extLst>
              <a:ext uri="{FF2B5EF4-FFF2-40B4-BE49-F238E27FC236}">
                <a16:creationId xmlns:a16="http://schemas.microsoft.com/office/drawing/2014/main" id="{193C5AD0-FE2E-4D86-A507-E86907BB18D5}"/>
              </a:ext>
            </a:extLst>
          </p:cNvPr>
          <p:cNvSpPr>
            <a:spLocks noGrp="1"/>
          </p:cNvSpPr>
          <p:nvPr>
            <p:ph type="title"/>
          </p:nvPr>
        </p:nvSpPr>
        <p:spPr>
          <a:xfrm>
            <a:off x="2625634" y="316559"/>
            <a:ext cx="9157063" cy="662782"/>
          </a:xfrm>
          <a:prstGeom prst="rect">
            <a:avLst/>
          </a:prstGeom>
        </p:spPr>
        <p:txBody>
          <a:bodyPr vert="horz" lIns="91440" tIns="45720" rIns="91440" bIns="45720" rtlCol="0" anchor="ctr">
            <a:normAutofit/>
          </a:bodyPr>
          <a:lstStyle/>
          <a:p>
            <a:r>
              <a:rPr lang="it-IT" dirty="0"/>
              <a:t>Fare clic per modificare lo stile del titolo </a:t>
            </a:r>
          </a:p>
        </p:txBody>
      </p:sp>
      <p:sp>
        <p:nvSpPr>
          <p:cNvPr id="3" name="Segnaposto testo 2">
            <a:extLst>
              <a:ext uri="{FF2B5EF4-FFF2-40B4-BE49-F238E27FC236}">
                <a16:creationId xmlns:a16="http://schemas.microsoft.com/office/drawing/2014/main" id="{C821791A-A567-4377-ABF1-F28ADCB7524D}"/>
              </a:ext>
            </a:extLst>
          </p:cNvPr>
          <p:cNvSpPr>
            <a:spLocks noGrp="1"/>
          </p:cNvSpPr>
          <p:nvPr>
            <p:ph type="body" idx="1"/>
          </p:nvPr>
        </p:nvSpPr>
        <p:spPr>
          <a:xfrm>
            <a:off x="2625634" y="1314157"/>
            <a:ext cx="9157063" cy="4812324"/>
          </a:xfrm>
          <a:prstGeom prst="rect">
            <a:avLst/>
          </a:prstGeom>
        </p:spPr>
        <p:txBody>
          <a:bodyPr vert="horz" lIns="91440" tIns="45720" rIns="91440" bIns="45720" rtlCol="0">
            <a:normAutofit/>
          </a:bodyPr>
          <a:lstStyle/>
          <a:p>
            <a:pPr lvl="0"/>
            <a:r>
              <a:rPr lang="it-IT" dirty="0"/>
              <a:t>Fare clic per modificare gli stili del testo dello schema</a:t>
            </a:r>
          </a:p>
          <a:p>
            <a:pPr lvl="1"/>
            <a:r>
              <a:rPr lang="it-IT" dirty="0"/>
              <a:t>Secondo livello</a:t>
            </a:r>
          </a:p>
          <a:p>
            <a:pPr lvl="2"/>
            <a:r>
              <a:rPr lang="it-IT" dirty="0"/>
              <a:t>Terzo livello</a:t>
            </a:r>
          </a:p>
          <a:p>
            <a:pPr lvl="3"/>
            <a:r>
              <a:rPr lang="it-IT" dirty="0"/>
              <a:t>Quarto livello</a:t>
            </a:r>
          </a:p>
          <a:p>
            <a:pPr lvl="4"/>
            <a:r>
              <a:rPr lang="it-IT" dirty="0"/>
              <a:t>Quinto livello</a:t>
            </a:r>
          </a:p>
        </p:txBody>
      </p:sp>
      <p:sp>
        <p:nvSpPr>
          <p:cNvPr id="4" name="Segnaposto data 3">
            <a:extLst>
              <a:ext uri="{FF2B5EF4-FFF2-40B4-BE49-F238E27FC236}">
                <a16:creationId xmlns:a16="http://schemas.microsoft.com/office/drawing/2014/main" id="{4D7CEABB-53CB-47F0-B538-540607AD10F9}"/>
              </a:ext>
            </a:extLst>
          </p:cNvPr>
          <p:cNvSpPr>
            <a:spLocks noGrp="1"/>
          </p:cNvSpPr>
          <p:nvPr>
            <p:ph type="dt" sz="half" idx="2"/>
          </p:nvPr>
        </p:nvSpPr>
        <p:spPr>
          <a:xfrm>
            <a:off x="10504714" y="6356350"/>
            <a:ext cx="1277983"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it-IT" dirty="0"/>
              <a:t>#</a:t>
            </a:r>
            <a:r>
              <a:rPr lang="it-IT" dirty="0" err="1"/>
              <a:t>AzureDayRome</a:t>
            </a:r>
            <a:endParaRPr lang="it-IT" dirty="0"/>
          </a:p>
        </p:txBody>
      </p:sp>
      <p:sp>
        <p:nvSpPr>
          <p:cNvPr id="5" name="Segnaposto piè di pagina 4">
            <a:extLst>
              <a:ext uri="{FF2B5EF4-FFF2-40B4-BE49-F238E27FC236}">
                <a16:creationId xmlns:a16="http://schemas.microsoft.com/office/drawing/2014/main" id="{4AF7A0EE-86E4-47D2-9966-E8417FAFE85C}"/>
              </a:ext>
            </a:extLst>
          </p:cNvPr>
          <p:cNvSpPr>
            <a:spLocks noGrp="1"/>
          </p:cNvSpPr>
          <p:nvPr>
            <p:ph type="ftr" sz="quarter" idx="3"/>
          </p:nvPr>
        </p:nvSpPr>
        <p:spPr>
          <a:xfrm>
            <a:off x="2625634" y="6356350"/>
            <a:ext cx="787908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pic>
        <p:nvPicPr>
          <p:cNvPr id="9" name="Immagine 8">
            <a:extLst>
              <a:ext uri="{FF2B5EF4-FFF2-40B4-BE49-F238E27FC236}">
                <a16:creationId xmlns:a16="http://schemas.microsoft.com/office/drawing/2014/main" id="{21EBF50F-5D1D-409E-88D8-03D976F8D979}"/>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515982" y="18255"/>
            <a:ext cx="1332411" cy="1332411"/>
          </a:xfrm>
          <a:prstGeom prst="rect">
            <a:avLst/>
          </a:prstGeom>
        </p:spPr>
      </p:pic>
    </p:spTree>
    <p:extLst>
      <p:ext uri="{BB962C8B-B14F-4D97-AF65-F5344CB8AC3E}">
        <p14:creationId xmlns:p14="http://schemas.microsoft.com/office/powerpoint/2010/main" val="352389685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b="1" kern="1200">
          <a:solidFill>
            <a:srgbClr val="3B3838"/>
          </a:solidFill>
          <a:latin typeface="+mn-lt"/>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3B3838"/>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3B3838"/>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3B3838"/>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3B3838"/>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3B3838"/>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EFD485"/>
        </a:solidFill>
        <a:effectLst/>
      </p:bgPr>
    </p:bg>
    <p:spTree>
      <p:nvGrpSpPr>
        <p:cNvPr id="1" name=""/>
        <p:cNvGrpSpPr/>
        <p:nvPr/>
      </p:nvGrpSpPr>
      <p:grpSpPr>
        <a:xfrm>
          <a:off x="0" y="0"/>
          <a:ext cx="0" cy="0"/>
          <a:chOff x="0" y="0"/>
          <a:chExt cx="0" cy="0"/>
        </a:xfrm>
      </p:grpSpPr>
      <p:pic>
        <p:nvPicPr>
          <p:cNvPr id="7" name="Immagine 6">
            <a:extLst>
              <a:ext uri="{FF2B5EF4-FFF2-40B4-BE49-F238E27FC236}">
                <a16:creationId xmlns:a16="http://schemas.microsoft.com/office/drawing/2014/main" id="{8FA54CC7-9A7A-4045-B6C3-58856AE6AEB3}"/>
              </a:ext>
            </a:extLst>
          </p:cNvPr>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0" y="-18255"/>
            <a:ext cx="1332411" cy="1332411"/>
          </a:xfrm>
          <a:prstGeom prst="rect">
            <a:avLst/>
          </a:prstGeom>
        </p:spPr>
      </p:pic>
    </p:spTree>
    <p:extLst>
      <p:ext uri="{BB962C8B-B14F-4D97-AF65-F5344CB8AC3E}">
        <p14:creationId xmlns:p14="http://schemas.microsoft.com/office/powerpoint/2010/main" val="1506542201"/>
      </p:ext>
    </p:extLst>
  </p:cSld>
  <p:clrMap bg1="lt1" tx1="dk1" bg2="lt2" tx2="dk2" accent1="accent1" accent2="accent2" accent3="accent3" accent4="accent4" accent5="accent5" accent6="accent6" hlink="hlink" folHlink="folHlink"/>
  <p:sldLayoutIdLst>
    <p:sldLayoutId id="2147483696" r:id="rId1"/>
    <p:sldLayoutId id="2147483700" r:id="rId2"/>
    <p:sldLayoutId id="2147483701" r:id="rId3"/>
    <p:sldLayoutId id="2147483702" r:id="rId4"/>
    <p:sldLayoutId id="2147483697" r:id="rId5"/>
    <p:sldLayoutId id="2147483685" r:id="rId6"/>
    <p:sldLayoutId id="2147483703" r:id="rId7"/>
    <p:sldLayoutId id="2147483705" r:id="rId8"/>
    <p:sldLayoutId id="2147483704" r:id="rId9"/>
    <p:sldLayoutId id="2147483707" r:id="rId10"/>
    <p:sldLayoutId id="2147483706" r:id="rId11"/>
    <p:sldLayoutId id="2147483698" r:id="rId12"/>
    <p:sldLayoutId id="2147483732" r:id="rId13"/>
    <p:sldLayoutId id="2147483699"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16.png"/><Relationship Id="rId3"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Title"/>
          <p:cNvSpPr>
            <a:spLocks noGrp="1"/>
          </p:cNvSpPr>
          <p:nvPr>
            <p:ph type="ctrTitle"/>
          </p:nvPr>
        </p:nvSpPr>
        <p:spPr/>
        <p:txBody>
          <a:bodyPr/>
          <a:lstStyle/>
          <a:p>
            <a:r>
              <a:t>Session Banner - MCP server, A2A, Skill, mamma mia che mal di testAI!</a:t>
            </a:r>
          </a:p>
        </p:txBody>
      </p:sp>
      <p:pic descr="Visual banner image representing the conference session 'MCP server, A2A, Skill, mamma mia che mal di testAI!' by Andrea Tosato. This is a decorative element for the presentation." title="Banner for MCP server, A2A, Skill, mamma mia che mal di testAI! by Andrea Tosato" a:descr="Visual banner image representing the conference session 'MCP server, A2A, Skill, mamma mia che mal di testAI!' by Andrea Tosato. This is a decorative element for the presentation.">
        <p:nvPicPr>
          <p:cNvPr id="3" name="Banner for MCP server, A2A, Skill, mamma mia che mal di testAI! by Andrea Tosato" descr="AzureDayTorino2026_1304496.jpeg"/>
          <p:cNvPicPr>
            <a:picLocks noChangeAspect="1"/>
          </p:cNvPicPr>
          <p:nvPr/>
        </p:nvPicPr>
        <p:blipFill>
          <a:blip r:embed="rId2"/>
          <a:stretch>
            <a:fillRect/>
          </a:stretch>
        </p:blipFill>
        <p:spPr>
          <a:xfrm>
            <a:off x="0" y="0"/>
            <a:ext cx="12573000" cy="7562088"/>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ain Session Title"/>
          <p:cNvSpPr>
            <a:spLocks noGrp="1"/>
          </p:cNvSpPr>
          <p:nvPr>
            <p:ph type="ctrTitle"/>
          </p:nvPr>
        </p:nvSpPr>
        <p:spPr>
          <a:xfrm>
            <a:off x="3931920" y="457200"/>
            <a:ext cx="7772400" cy="2743200"/>
          </a:xfrm>
        </p:spPr>
        <p:txBody>
          <a:bodyPr wrap="square"/>
          <a:lstStyle/>
          <a:p>
            <a:pPr algn="ctr">
              <a:defRPr sz="4000"/>
            </a:pPr>
            <a:r>
              <a:t>MCP server, A2A, Skill, mamma mia che mal di testAI!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ponsor Section Title"/>
          <p:cNvSpPr>
            <a:spLocks noGrp="1"/>
          </p:cNvSpPr>
          <p:nvPr>
            <p:ph type="title"/>
          </p:nvPr>
        </p:nvSpPr>
        <p:spPr/>
        <p:txBody>
          <a:bodyPr/>
          <a:lstStyle/>
          <a:p>
            <a:r>
              <a:t>Event Sponsors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Main Session Title"/>
          <p:cNvSpPr>
            <a:spLocks noGrp="1"/>
          </p:cNvSpPr>
          <p:nvPr>
            <p:ph type="title"/>
          </p:nvPr>
        </p:nvSpPr>
        <p:spPr>
          <a:xfrm>
            <a:off x="457200" y="5715000"/>
            <a:ext cx="11277600" cy="868680"/>
          </a:xfrm>
        </p:spPr>
        <p:txBody>
          <a:bodyPr wrap="square"/>
          <a:lstStyle/>
          <a:p>
            <a:pPr algn="ctr">
              <a:defRPr sz="3200"/>
            </a:pPr>
            <a:r>
              <a:t>MCP server, A2A, Skill, mamma mia che mal di testAI!</a:t>
            </a:r>
          </a:p>
        </p:txBody>
      </p:sp>
      <p:sp>
        <p:nvSpPr>
          <p:cNvPr id="3" name="Detailed Speaker Information"/>
          <p:cNvSpPr txBox="1"/>
          <p:nvPr/>
        </p:nvSpPr>
        <p:spPr>
          <a:xfrm>
            <a:off x="457200" y="5303520"/>
            <a:ext cx="11277600" cy="411480"/>
          </a:xfrm>
          <a:prstGeom prst="rect">
            <a:avLst/>
          </a:prstGeom>
          <a:noFill/>
        </p:spPr>
        <p:txBody>
          <a:bodyPr wrap="square">
            <a:spAutoFit/>
          </a:bodyPr>
          <a:lstStyle/>
          <a:p>
            <a:pPr algn="ctr">
              <a:defRPr sz="2000">
                <a:solidFill>
                  <a:srgbClr val="262626"/>
                </a:solidFill>
              </a:defRPr>
            </a:pPr>
            <a:r>
              <a:t>Andrea Tosato</a:t>
            </a:r>
          </a:p>
        </p:txBody>
      </p:sp>
      <p:sp>
        <p:nvSpPr>
          <p:cNvPr id="4" name="Session Description"/>
          <p:cNvSpPr txBox="1"/>
          <p:nvPr/>
        </p:nvSpPr>
        <p:spPr>
          <a:xfrm>
            <a:off x="914400" y="1463040"/>
            <a:ext cx="10363200" cy="3108960"/>
          </a:xfrm>
          <a:prstGeom prst="rect">
            <a:avLst/>
          </a:prstGeom>
          <a:noFill/>
        </p:spPr>
        <p:txBody>
          <a:bodyPr wrap="square">
            <a:spAutoFit/>
          </a:bodyPr>
          <a:lstStyle/>
          <a:p>
            <a:pPr algn="l">
              <a:defRPr sz="1800">
                <a:solidFill>
                  <a:srgbClr val="262626"/>
                </a:solidFill>
              </a:defRPr>
            </a:pPr>
            <a:r>
              <a:t>Quanti concetti sono usciti negli ultimi mesi per implementare progetti di AI? </a:t>
            </a:r>
          </a:p>
          <a:p>
            <a:pPr algn="l">
              <a:defRPr sz="1800">
                <a:solidFill>
                  <a:srgbClr val="262626"/>
                </a:solidFill>
              </a:defRPr>
            </a:pPr>
            <a:r>
              <a:t>MCP Server, A2A, Skill, facciamo ordine e capiamo quando usarli e quando no!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1"/>
          </p:nvPr>
        </p:nvSpPr>
        <p:spPr/>
        <p:txBody>
          <a:bodyPr/>
          <a:lstStyle/>
          <a:p/>
        </p:txBody>
      </p:sp>
      <p:sp>
        <p:nvSpPr>
          <p:cNvPr id="3" name="Slide Title"/>
          <p:cNvSpPr>
            <a:spLocks noGrp="1"/>
          </p:cNvSpPr>
          <p:nvPr>
            <p:ph type="title"/>
          </p:nvPr>
        </p:nvSpPr>
        <p:spPr/>
        <p:txBody>
          <a:bodyPr/>
          <a:lstStyle/>
          <a:p>
            <a:pPr>
              <a:defRPr sz="2800"/>
            </a:pPr>
            <a:r>
              <a:t>MCP server, A2A, Skill, mamma mia che mal di testAI!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emo Section Title"/>
          <p:cNvSpPr>
            <a:spLocks noGrp="1"/>
          </p:cNvSpPr>
          <p:nvPr>
            <p:ph type="title"/>
          </p:nvPr>
        </p:nvSpPr>
        <p:spPr/>
        <p:txBody>
          <a:bodyPr/>
          <a:lstStyle/>
          <a:p>
            <a:r>
              <a:t>Demo: MCP server, A2A, Skill, mamma mia che mal di testAI!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uestions Section Title"/>
          <p:cNvSpPr>
            <a:spLocks noGrp="1"/>
          </p:cNvSpPr>
          <p:nvPr>
            <p:ph type="title"/>
          </p:nvPr>
        </p:nvSpPr>
        <p:spPr/>
        <p:txBody>
          <a:bodyPr/>
          <a:lstStyle/>
          <a:p>
            <a:r>
              <a:t>Questions &amp; Discussion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title="QR Code - Vote for MCP server, A2A, Skill, mamma mia che mal di testAI!" descr="Scan this QR code to vote for this session, or visit https://vote.dotnetdev.it/vote/l44tzzta/1304496">
        <p:nvPicPr>
          <p:cNvPr id="2" name="QR Code for voting on MCP server, A2A, Skill, mamma mia che mal di testAI!" descr="temp_voteQr.png"/>
          <p:cNvPicPr>
            <a:picLocks noGrp="1" noChangeAspect="1"/>
          </p:cNvPicPr>
          <p:nvPr>
            <p:ph type="pic" idx="1"/>
          </p:nvPr>
        </p:nvPicPr>
        <p:blipFill>
          <a:blip r:embed="rId2"/>
          <a:srcRect t="3514" b="3514"/>
          <a:stretch>
            <a:fillRect/>
          </a:stretch>
        </p:blipFill>
        <p:spPr/>
      </p:pic>
      <p:sp title="Voting instructions" descr="Encouragement to vote for the session: MCP server, A2A, Skill, mamma mia che mal di testAI!">
        <p:nvSpPr>
          <p:cNvPr id="3" name="Voting Call to Action"/>
          <p:cNvSpPr>
            <a:spLocks noGrp="1"/>
          </p:cNvSpPr>
          <p:nvPr>
            <p:ph type="title"/>
          </p:nvPr>
        </p:nvSpPr>
        <p:spPr/>
        <p:txBody>
          <a:bodyPr/>
          <a:lstStyle/>
          <a:p>
            <a:r>
              <a:t>Please Vote for This Session</a:t>
            </a:r>
          </a:p>
        </p:txBody>
      </p:sp>
      <p:sp title="Slide Title (Accessibility)" descr="Hidden title: Vote for Session - MCP server, A2A, Skill, mamma mia che mal di testAI!">
        <p:nvSpPr>
          <p:cNvPr id="4" name="Hidden Accessibility Title"/>
          <p:cNvSpPr txBox="1"/>
          <p:nvPr/>
        </p:nvSpPr>
        <p:spPr>
          <a:xfrm>
            <a:off x="-9144000" y="-914400"/>
            <a:ext cx="7315200" cy="457200"/>
          </a:xfrm>
          <a:prstGeom prst="rect">
            <a:avLst/>
          </a:prstGeom>
          <a:noFill/>
        </p:spPr>
        <p:txBody>
          <a:bodyPr wrap="none">
            <a:spAutoFit/>
          </a:bodyPr>
          <a:lstStyle/>
          <a:p>
            <a:pPr>
              <a:defRPr sz="1200">
                <a:solidFill>
                  <a:srgbClr val="000000"/>
                </a:solidFill>
              </a:defRPr>
            </a:pPr>
            <a:r>
              <a:t>Vote for Session - MCP server, A2A, Skill, mamma mia che mal di testAI!</a:t>
            </a:r>
          </a:p>
        </p:txBody>
      </p:sp>
      <p:sp>
        <p:nvSpPr>
          <p:cNvPr id="5" name="Alternative Voting URL"/>
          <p:cNvSpPr txBox="1"/>
          <p:nvPr/>
        </p:nvSpPr>
        <p:spPr>
          <a:xfrm>
            <a:off x="457200" y="6309360"/>
            <a:ext cx="11277600" cy="411480"/>
          </a:xfrm>
          <a:prstGeom prst="rect">
            <a:avLst/>
          </a:prstGeom>
          <a:noFill/>
        </p:spPr>
        <p:txBody>
          <a:bodyPr wrap="square">
            <a:spAutoFit/>
          </a:bodyPr>
          <a:lstStyle/>
          <a:p>
            <a:pPr algn="ctr">
              <a:defRPr sz="1800">
                <a:solidFill>
                  <a:srgbClr val="262626"/>
                </a:solidFill>
              </a:defRPr>
            </a:pPr>
            <a:r>
              <a:t>https://vote.dotnetdev.it/vote/l44tzzta/1304496</a:t>
            </a:r>
          </a:p>
        </p:txBody>
      </p:sp>
    </p:spTree>
  </p:cSld>
  <p:clrMapOvr>
    <a:masterClrMapping/>
  </p:clrMapOvr>
</p:sld>
</file>

<file path=ppt/theme/theme1.xml><?xml version="1.0" encoding="utf-8"?>
<a:theme xmlns:a="http://schemas.openxmlformats.org/drawingml/2006/main" name="1_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Tema di Office">
  <a:themeElements>
    <a:clrScheme name="Torino">
      <a:dk1>
        <a:sysClr val="windowText" lastClr="000000"/>
      </a:dk1>
      <a:lt1>
        <a:sysClr val="window" lastClr="FFFFFF"/>
      </a:lt1>
      <a:dk2>
        <a:srgbClr val="44546A"/>
      </a:dk2>
      <a:lt2>
        <a:srgbClr val="E7E6E6"/>
      </a:lt2>
      <a:accent1>
        <a:srgbClr val="EFD485"/>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Personalizza struttur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o" ma:contentTypeID="0x010100FD6131E5EFD16140B6B7F4892B3B1EDF" ma:contentTypeVersion="12" ma:contentTypeDescription="Creare un nuovo documento." ma:contentTypeScope="" ma:versionID="63b5c12633394d46a5e8b3cee073cbf0">
  <xsd:schema xmlns:xsd="http://www.w3.org/2001/XMLSchema" xmlns:xs="http://www.w3.org/2001/XMLSchema" xmlns:p="http://schemas.microsoft.com/office/2006/metadata/properties" xmlns:ns2="d8121912-130d-4688-8a96-8cf2c237709c" xmlns:ns3="cef5da91-0831-42fa-860c-d84acea2b669" targetNamespace="http://schemas.microsoft.com/office/2006/metadata/properties" ma:root="true" ma:fieldsID="965fc1106bbd4197a92925fc0676d25d" ns2:_="" ns3:_="">
    <xsd:import namespace="d8121912-130d-4688-8a96-8cf2c237709c"/>
    <xsd:import namespace="cef5da91-0831-42fa-860c-d84acea2b669"/>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8121912-130d-4688-8a96-8cf2c23770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Tag immagine" ma:readOnly="false" ma:fieldId="{5cf76f15-5ced-4ddc-b409-7134ff3c332f}" ma:taxonomyMulti="true" ma:sspId="cb3eaf0a-ec7c-4c5b-b578-2d5a923ed711"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cef5da91-0831-42fa-860c-d84acea2b669"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f9dfd23f-fefb-4f7f-bb4d-3c7d3fc8a426}" ma:internalName="TaxCatchAll" ma:showField="CatchAllData" ma:web="cef5da91-0831-42fa-860c-d84acea2b66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i contenuto"/>
        <xsd:element ref="dc:title" minOccurs="0" maxOccurs="1" ma:index="4" ma:displayName="Tito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878534-5D58-47CF-96A0-6CC00164F916}">
  <ds:schemaRefs>
    <ds:schemaRef ds:uri="http://schemas.microsoft.com/sharepoint/v3/contenttype/forms"/>
  </ds:schemaRefs>
</ds:datastoreItem>
</file>

<file path=customXml/itemProps2.xml><?xml version="1.0" encoding="utf-8"?>
<ds:datastoreItem xmlns:ds="http://schemas.openxmlformats.org/officeDocument/2006/customXml" ds:itemID="{AF8E5EFD-CAD4-4277-A6A9-F2D818E316A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8121912-130d-4688-8a96-8cf2c237709c"/>
    <ds:schemaRef ds:uri="cef5da91-0831-42fa-860c-d84acea2b66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11303</TotalTime>
  <Words>0</Words>
  <Application>Microsoft Macintosh PowerPoint</Application>
  <PresentationFormat>Widescreen</PresentationFormat>
  <Paragraphs>0</Paragraphs>
  <Slides>0</Slides>
  <Notes>0</Notes>
  <HiddenSlides>0</HiddenSlides>
  <MMClips>0</MMClips>
  <ScaleCrop>false</ScaleCrop>
  <HeadingPairs>
    <vt:vector size="6" baseType="variant">
      <vt:variant>
        <vt:lpstr>Caratteri utilizzati</vt:lpstr>
      </vt:variant>
      <vt:variant>
        <vt:i4>4</vt:i4>
      </vt:variant>
      <vt:variant>
        <vt:lpstr>Tema</vt:lpstr>
      </vt:variant>
      <vt:variant>
        <vt:i4>5</vt:i4>
      </vt:variant>
      <vt:variant>
        <vt:lpstr>Titoli diapositive</vt:lpstr>
      </vt:variant>
      <vt:variant>
        <vt:i4>0</vt:i4>
      </vt:variant>
    </vt:vector>
  </HeadingPairs>
  <TitlesOfParts>
    <vt:vector size="9" baseType="lpstr">
      <vt:lpstr>Aptos</vt:lpstr>
      <vt:lpstr>Arial</vt:lpstr>
      <vt:lpstr>Calibri</vt:lpstr>
      <vt:lpstr>Segoe UI</vt:lpstr>
      <vt:lpstr>1_Personalizza struttura</vt:lpstr>
      <vt:lpstr>4_Tema di Office</vt:lpstr>
      <vt:lpstr>3_Tema di Office</vt:lpstr>
      <vt:lpstr>2_Tema di Office</vt:lpstr>
      <vt:lpstr>Personalizza struttura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MCP server, A2A, Skill, mamma mia che mal di testAI!</dc:title>
  <dc:subject>Conference session: MCP server, A2A, Skill, mamma mia che mal di testAI!</dc:subject>
  <dc:creator>Congiu Luca</dc:creator>
  <cp:lastModifiedBy>Giulio Sciarappa</cp:lastModifiedBy>
  <cp:revision>46</cp:revision>
  <dcterms:created xsi:type="dcterms:W3CDTF">2019-05-12T19:24:58Z</dcterms:created>
  <dcterms:modified xsi:type="dcterms:W3CDTF">2026-09-28T14:55:51Z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3bb815c3-1286-463b-8c37-10c6caafc5c1_Enabled">
    <vt:lpwstr>true</vt:lpwstr>
  </property>
  <property fmtid="{D5CDD505-2E9C-101B-9397-08002B2CF9AE}" pid="3" name="MSIP_Label_3bb815c3-1286-463b-8c37-10c6caafc5c1_SetDate">
    <vt:lpwstr>2025-10-09T22:55:31Z</vt:lpwstr>
  </property>
  <property fmtid="{D5CDD505-2E9C-101B-9397-08002B2CF9AE}" pid="4" name="MSIP_Label_3bb815c3-1286-463b-8c37-10c6caafc5c1_Method">
    <vt:lpwstr>Standard</vt:lpwstr>
  </property>
  <property fmtid="{D5CDD505-2E9C-101B-9397-08002B2CF9AE}" pid="5" name="MSIP_Label_3bb815c3-1286-463b-8c37-10c6caafc5c1_Name">
    <vt:lpwstr>Pubblico</vt:lpwstr>
  </property>
  <property fmtid="{D5CDD505-2E9C-101B-9397-08002B2CF9AE}" pid="6" name="MSIP_Label_3bb815c3-1286-463b-8c37-10c6caafc5c1_SiteId">
    <vt:lpwstr>65a566f1-3ead-40f7-b219-85bff9a7972e</vt:lpwstr>
  </property>
  <property fmtid="{D5CDD505-2E9C-101B-9397-08002B2CF9AE}" pid="7" name="MSIP_Label_3bb815c3-1286-463b-8c37-10c6caafc5c1_ActionId">
    <vt:lpwstr>d5f7cf35-f63a-4f74-9353-d4525a08efea</vt:lpwstr>
  </property>
  <property fmtid="{D5CDD505-2E9C-101B-9397-08002B2CF9AE}" pid="8" name="MSIP_Label_3bb815c3-1286-463b-8c37-10c6caafc5c1_ContentBits">
    <vt:lpwstr>0</vt:lpwstr>
  </property>
  <property fmtid="{D5CDD505-2E9C-101B-9397-08002B2CF9AE}" pid="9" name="MSIP_Label_3bb815c3-1286-463b-8c37-10c6caafc5c1_Tag">
    <vt:lpwstr>50, 3, 0, 1</vt:lpwstr>
  </property>
</Properties>
</file>