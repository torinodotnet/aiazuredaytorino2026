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xml:lang="en-US">
  <p:sldMasterIdLst>
    <p:sldMasterId id="2147483733" r:id="rId3"/>
    <p:sldMasterId id="2147483720" r:id="rId4"/>
    <p:sldMasterId id="2147483708" r:id="rId5"/>
    <p:sldMasterId id="2147483672" r:id="rId6"/>
    <p:sldMasterId id="2147483684" r:id="rId7"/>
  </p:sldMasterIdLst>
  <p:notesMasterIdLst>
    <p:notesMasterId r:id="rId8"/>
  </p:notesMasterIdLst>
  <p:handoutMasterIdLst>
    <p:handoutMasterId r:id="rId9"/>
  </p:handout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3838"/>
    <a:srgbClr val="EFD485"/>
    <a:srgbClr val="0B78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34868" autoAdjust="0"/>
    <p:restoredTop sz="94949" autoAdjust="0"/>
  </p:normalViewPr>
  <p:slideViewPr>
    <p:cSldViewPr snapToGrid="0">
      <p:cViewPr varScale="1">
        <p:scale>
          <a:sx n="61" d="100"/>
          <a:sy n="61" d="100"/>
        </p:scale>
        <p:origin x="248" y="150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894" y="1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7" Type="http://schemas.openxmlformats.org/officeDocument/2006/relationships/slideMaster" Target="slideMasters/slideMaster5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A8BE3D86-4CD7-F31D-54B6-EE995848C4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268F4FE-A203-8B8F-CC9E-A2DCEF75E9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A74DD2-8E53-470B-8646-02BB9552BE22}" type="datetimeFigureOut">
              <a:rPr lang="it-IT" smtClean="0"/>
              <a:t>28/09/26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C51FBA9-2186-3F38-F1ED-F34B57E89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3969695-C27F-4316-765E-65C28A0278D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BBB95B-02C2-41BB-A9B7-DDBB724675E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409289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F1C294-2F5E-402F-ADF7-7076FF27C349}" type="datetimeFigureOut">
              <a:rPr lang="it-IT" smtClean="0"/>
              <a:t>28/09/26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C0288A-C98E-4CBE-B69D-C060B2E07BE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29210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opening banner slide for 'Non fidarti, verifica: chaos engineering su Azure con Chaos Studio'. The session is presented by: Andrea Ceroni. This slide sets the visual theme for the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 title slide displaying 'Non fidarti, verifica: chaos engineering su Azure con Chaos Studio'. Presented by: Andrea Ceroni. Use this slide to introduce the session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Sponsor acknowledgment slide. Take a moment to thank the event sponsors and explain their support for the conference.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Detailed session information for 'Non fidarti, verifica: chaos engineering su Azure con Chaos Studio'. Session description: Molte architetture Azure sono progettate per essere resilienti: multi-zone, geo-redundant storage, failover automatico dei database, retry e circuit breaker. Tuttavia, la resilienza “sulla carta” non .... Review the session objectives and speaker credentials.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section for 'Non fidarti, verifica: chaos engineering su Azure con Chaos Studio'. This slide is for live demonstrations. Ensure all demo materials are prepared and 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 slide for 'Non fidarti, verifica: chaos engineering su Azure con Chaos Studio'. This is time for audience questions and discussion. Prepare to address common questions about the topic and invite participation.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Voting slide for 'Non fidarti, verifica: chaos engineering su Azure con Chaos Studio'. Ask audience to scan the QR code or visit https://vote.dotnetdev.it/vote/l44tzzta/1302268 to vote. Emphasize the importance of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Relationship Id="rId4" Type="http://schemas.openxmlformats.org/officeDocument/2006/relationships/image" Target="../media/image4.jpeg"/><Relationship Id="rId5" Type="http://schemas.openxmlformats.org/officeDocument/2006/relationships/image" Target="../media/image5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2.wdp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2.wdp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Relationship Id="rId3" Type="http://schemas.microsoft.com/office/2007/relationships/hdphoto" Target="../media/hdphoto4.wdp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Relationship Id="rId3" Type="http://schemas.microsoft.com/office/2007/relationships/hdphoto" Target="../media/hdphoto1.wdp"/><Relationship Id="rId4" Type="http://schemas.openxmlformats.org/officeDocument/2006/relationships/image" Target="../media/image4.jpeg"/><Relationship Id="rId5" Type="http://schemas.openxmlformats.org/officeDocument/2006/relationships/image" Target="../media/image5.jp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Relationship Id="rId3" Type="http://schemas.microsoft.com/office/2007/relationships/hdphoto" Target="../media/hdphoto2.wdp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3.png"/><Relationship Id="rId8" Type="http://schemas.openxmlformats.org/officeDocument/2006/relationships/image" Target="../media/image10.png"/><Relationship Id="rId9" Type="http://schemas.openxmlformats.org/officeDocument/2006/relationships/image" Target="../media/image14.png"/><Relationship Id="rId10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E39836AA-E138-48A5-BA71-0DF9A3EA6287}"/>
              </a:ext>
            </a:extLst>
          </p:cNvPr>
          <p:cNvSpPr/>
          <p:nvPr userDrawn="1"/>
        </p:nvSpPr>
        <p:spPr>
          <a:xfrm>
            <a:off x="-456228" y="5247248"/>
            <a:ext cx="13104457" cy="1610751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40590A5-426A-D0A1-28BC-0BA5BD1ED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50" y="-27019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52513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Title">
    <p:bg>
      <p:bgPr>
        <a:solidFill>
          <a:srgbClr val="EFD485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 hasCustomPrompt="1"/>
          </p:nvPr>
        </p:nvSpPr>
        <p:spPr>
          <a:xfrm>
            <a:off x="4379200" y="35644"/>
            <a:ext cx="7812800" cy="3133956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400">
                <a:solidFill>
                  <a:srgbClr val="3B3838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 dirty="0"/>
              <a:t>Session Title</a:t>
            </a:r>
            <a:endParaRPr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B8B7FDCE-5AB0-0496-3C32-CD54958389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744"/>
          <a:stretch>
            <a:fillRect/>
          </a:stretch>
        </p:blipFill>
        <p:spPr>
          <a:xfrm>
            <a:off x="0" y="3891516"/>
            <a:ext cx="12192000" cy="2966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634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ferenc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E39836AA-E138-48A5-BA71-0DF9A3EA6287}"/>
              </a:ext>
            </a:extLst>
          </p:cNvPr>
          <p:cNvSpPr/>
          <p:nvPr userDrawn="1"/>
        </p:nvSpPr>
        <p:spPr>
          <a:xfrm>
            <a:off x="-456228" y="5247248"/>
            <a:ext cx="13104457" cy="1610751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40590A5-426A-D0A1-28BC-0BA5BD1ED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50" y="-27019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43243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E39836AA-E138-48A5-BA71-0DF9A3EA6287}"/>
              </a:ext>
            </a:extLst>
          </p:cNvPr>
          <p:cNvSpPr/>
          <p:nvPr userDrawn="1"/>
        </p:nvSpPr>
        <p:spPr>
          <a:xfrm>
            <a:off x="-196948" y="3165232"/>
            <a:ext cx="12845177" cy="3692768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400" b="0" i="0" u="none" strike="noStrike" kern="1200" cap="none" spc="0" normalizeH="0" baseline="0" noProof="0" dirty="0">
                <a:ln>
                  <a:noFill/>
                </a:ln>
                <a:solidFill>
                  <a:srgbClr val="3B383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Titolo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7CEDCFE-2CDD-6133-F929-5516C5D66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450" y="-28924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34831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bg>
      <p:bgPr>
        <a:solidFill>
          <a:srgbClr val="EFD4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1B3740AF-E675-42BE-A189-ABCECA1A81AE}"/>
              </a:ext>
            </a:extLst>
          </p:cNvPr>
          <p:cNvSpPr/>
          <p:nvPr userDrawn="1"/>
        </p:nvSpPr>
        <p:spPr>
          <a:xfrm>
            <a:off x="4794736" y="1308294"/>
            <a:ext cx="2602523" cy="24196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51E6DB1A-82C4-4D31-BAD7-53B0226442FB}"/>
              </a:ext>
            </a:extLst>
          </p:cNvPr>
          <p:cNvSpPr/>
          <p:nvPr userDrawn="1"/>
        </p:nvSpPr>
        <p:spPr>
          <a:xfrm>
            <a:off x="0" y="5187462"/>
            <a:ext cx="12192000" cy="1026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5400" b="0" i="0" u="none" strike="noStrike" kern="1200" cap="none" spc="0" normalizeH="0" baseline="0" noProof="0" dirty="0">
              <a:ln>
                <a:noFill/>
              </a:ln>
              <a:solidFill>
                <a:srgbClr val="0B78B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egnaposto immagine 2">
            <a:extLst>
              <a:ext uri="{FF2B5EF4-FFF2-40B4-BE49-F238E27FC236}">
                <a16:creationId xmlns:a16="http://schemas.microsoft.com/office/drawing/2014/main" id="{9024054E-FC58-4A9F-88D6-B1508DD55D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94737" y="1308294"/>
            <a:ext cx="2602523" cy="24196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E73A9E7-9566-4807-80F0-C8A8ACDB8D9B}"/>
              </a:ext>
            </a:extLst>
          </p:cNvPr>
          <p:cNvSpPr txBox="1"/>
          <p:nvPr userDrawn="1"/>
        </p:nvSpPr>
        <p:spPr>
          <a:xfrm>
            <a:off x="2559289" y="5285433"/>
            <a:ext cx="70734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800" b="0" i="0" u="none" strike="noStrike" kern="1200" cap="none" spc="0" normalizeH="0" baseline="0" noProof="0" dirty="0">
                <a:ln>
                  <a:noFill/>
                </a:ln>
                <a:solidFill>
                  <a:srgbClr val="3B383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Vote for this session!!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D9E8B8-64F5-4140-851E-42BCB6CFA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87337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59192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A9BBBF5A-31D2-2699-19F4-AA649B4BFB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286" y="5023939"/>
            <a:ext cx="1332411" cy="1332411"/>
          </a:xfrm>
          <a:prstGeom prst="rect">
            <a:avLst/>
          </a:prstGeom>
        </p:spPr>
      </p:pic>
      <p:pic>
        <p:nvPicPr>
          <p:cNvPr id="10" name="Picture 9" descr="Yellow and blue symbols">
            <a:extLst>
              <a:ext uri="{FF2B5EF4-FFF2-40B4-BE49-F238E27FC236}">
                <a16:creationId xmlns:a16="http://schemas.microsoft.com/office/drawing/2014/main" id="{F166FFCD-9468-2B31-BCAA-F7AAC91BF12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7440" y="0"/>
            <a:ext cx="9814560" cy="6858000"/>
          </a:xfrm>
          <a:prstGeom prst="rect">
            <a:avLst/>
          </a:prstGeom>
        </p:spPr>
      </p:pic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29004" y="6356350"/>
            <a:ext cx="1853693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#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AzureDayTorino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5634" y="6356350"/>
            <a:ext cx="787908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rgbClr val="3B3838"/>
                </a:solidFill>
                <a:latin typeface="+mn-lt"/>
              </a:defRPr>
            </a:lvl1pPr>
          </a:lstStyle>
          <a:p>
            <a:r>
              <a:rPr lang="it-IT" dirty="0" err="1"/>
              <a:t>Question</a:t>
            </a:r>
            <a:r>
              <a:rPr lang="it-IT" dirty="0"/>
              <a:t> Time</a:t>
            </a:r>
          </a:p>
        </p:txBody>
      </p:sp>
      <p:pic>
        <p:nvPicPr>
          <p:cNvPr id="5" name="Google Shape;77;p15" descr="photo-1434030216411-0b793f4b4173.jpg">
            <a:extLst>
              <a:ext uri="{FF2B5EF4-FFF2-40B4-BE49-F238E27FC236}">
                <a16:creationId xmlns:a16="http://schemas.microsoft.com/office/drawing/2014/main" id="{722A8524-7FE9-45F2-ADA9-A2F63D65BDF5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l="28831" r="30600"/>
          <a:stretch/>
        </p:blipFill>
        <p:spPr>
          <a:xfrm>
            <a:off x="0" y="0"/>
            <a:ext cx="237744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24889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">
    <p:bg>
      <p:bgPr>
        <a:solidFill>
          <a:srgbClr val="EFD4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10A40383-6BE9-4A38-84CE-E391022B5B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552" y="727916"/>
            <a:ext cx="11128896" cy="5814413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16000"/>
              </a:srgbClr>
            </a:outerShdw>
          </a:effectLst>
        </p:spPr>
      </p:pic>
      <p:sp>
        <p:nvSpPr>
          <p:cNvPr id="4" name="Segnaposto titolo 1">
            <a:extLst>
              <a:ext uri="{FF2B5EF4-FFF2-40B4-BE49-F238E27FC236}">
                <a16:creationId xmlns:a16="http://schemas.microsoft.com/office/drawing/2014/main" id="{A6C10EFC-5B15-4541-BF67-29984B125E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18047" y="-3837229"/>
            <a:ext cx="9261565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 dirty="0"/>
              <a:t>Demo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3EA002-27DD-2DF0-5B8E-E5D0488B87F0}"/>
              </a:ext>
            </a:extLst>
          </p:cNvPr>
          <p:cNvSpPr txBox="1"/>
          <p:nvPr userDrawn="1"/>
        </p:nvSpPr>
        <p:spPr>
          <a:xfrm>
            <a:off x="1562100" y="438150"/>
            <a:ext cx="100983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797794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preserve="1" userDrawn="1">
  <p:cSld name="1_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E614E76A-DB37-2759-82D3-7560F8F07A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8476" y="248859"/>
            <a:ext cx="1332411" cy="1332411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E32C6391-BD02-E1A8-6B3B-AFF1CE3F23FD}"/>
              </a:ext>
            </a:extLst>
          </p:cNvPr>
          <p:cNvSpPr txBox="1"/>
          <p:nvPr userDrawn="1"/>
        </p:nvSpPr>
        <p:spPr>
          <a:xfrm>
            <a:off x="2236596" y="1150247"/>
            <a:ext cx="77606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200" b="0" i="0" u="none" strike="noStrike" kern="1200" cap="none" spc="0" normalizeH="0" baseline="0" noProof="0" dirty="0">
                <a:ln>
                  <a:noFill/>
                </a:ln>
                <a:solidFill>
                  <a:srgbClr val="EFD48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Platinum Sponsor</a:t>
            </a:r>
          </a:p>
        </p:txBody>
      </p:sp>
      <p:pic>
        <p:nvPicPr>
          <p:cNvPr id="1026" name="Picture 2" descr="Microsoft">
            <a:extLst>
              <a:ext uri="{FF2B5EF4-FFF2-40B4-BE49-F238E27FC236}">
                <a16:creationId xmlns:a16="http://schemas.microsoft.com/office/drawing/2014/main" id="{D3BB2535-1392-4C23-5759-4C1907BA49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828" y="1735022"/>
            <a:ext cx="4488506" cy="2244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SC Technology">
            <a:extLst>
              <a:ext uri="{FF2B5EF4-FFF2-40B4-BE49-F238E27FC236}">
                <a16:creationId xmlns:a16="http://schemas.microsoft.com/office/drawing/2014/main" id="{2128AA76-60B4-001D-B5BA-3E2DB5A2991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3826" y="1783485"/>
            <a:ext cx="4294650" cy="2147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72C9EFB4-E3DC-D36E-EE4C-272D764688FB}"/>
              </a:ext>
            </a:extLst>
          </p:cNvPr>
          <p:cNvSpPr txBox="1"/>
          <p:nvPr userDrawn="1"/>
        </p:nvSpPr>
        <p:spPr>
          <a:xfrm>
            <a:off x="2353080" y="4107475"/>
            <a:ext cx="77606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200" b="0" i="0" u="none" strike="noStrike" kern="1200" cap="none" spc="0" normalizeH="0" baseline="0" noProof="0" dirty="0">
                <a:ln>
                  <a:noFill/>
                </a:ln>
                <a:solidFill>
                  <a:srgbClr val="EFD48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Technical Sponsor</a:t>
            </a:r>
          </a:p>
        </p:txBody>
      </p:sp>
      <p:pic>
        <p:nvPicPr>
          <p:cNvPr id="1030" name="Picture 6" descr="DotNetCode">
            <a:extLst>
              <a:ext uri="{FF2B5EF4-FFF2-40B4-BE49-F238E27FC236}">
                <a16:creationId xmlns:a16="http://schemas.microsoft.com/office/drawing/2014/main" id="{FC15D550-E442-432B-D4DE-B12B0F5FD9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4580" y="4908403"/>
            <a:ext cx="1677676" cy="838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Torino .NET">
            <a:extLst>
              <a:ext uri="{FF2B5EF4-FFF2-40B4-BE49-F238E27FC236}">
                <a16:creationId xmlns:a16="http://schemas.microsoft.com/office/drawing/2014/main" id="{35D98248-AB12-478D-17B0-9DA5F79F8F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7313" y="4908403"/>
            <a:ext cx="1677676" cy="838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JetBrains">
            <a:extLst>
              <a:ext uri="{FF2B5EF4-FFF2-40B4-BE49-F238E27FC236}">
                <a16:creationId xmlns:a16="http://schemas.microsoft.com/office/drawing/2014/main" id="{45C8FAB0-5A19-4FA2-A639-C8EA6B509AF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5073" y="4871163"/>
            <a:ext cx="1752156" cy="876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E16C56-782E-468B-FB94-31162E118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34" y="-416877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47727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preserve="1" userDrawn="1">
  <p:cSld name="1_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E614E76A-DB37-2759-82D3-7560F8F07A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8476" y="248859"/>
            <a:ext cx="1332411" cy="1332411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E32C6391-BD02-E1A8-6B3B-AFF1CE3F23FD}"/>
              </a:ext>
            </a:extLst>
          </p:cNvPr>
          <p:cNvSpPr txBox="1"/>
          <p:nvPr userDrawn="1"/>
        </p:nvSpPr>
        <p:spPr>
          <a:xfrm>
            <a:off x="2236596" y="1150247"/>
            <a:ext cx="77606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200" b="0" i="0" u="none" strike="noStrike" kern="1200" cap="none" spc="0" normalizeH="0" baseline="0" noProof="0" dirty="0">
                <a:ln>
                  <a:noFill/>
                </a:ln>
                <a:solidFill>
                  <a:srgbClr val="EFD48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Platinum Sponsor</a:t>
            </a:r>
          </a:p>
        </p:txBody>
      </p:sp>
      <p:pic>
        <p:nvPicPr>
          <p:cNvPr id="1026" name="Picture 2" descr="Microsoft">
            <a:extLst>
              <a:ext uri="{FF2B5EF4-FFF2-40B4-BE49-F238E27FC236}">
                <a16:creationId xmlns:a16="http://schemas.microsoft.com/office/drawing/2014/main" id="{D3BB2535-1392-4C23-5759-4C1907BA49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828" y="1735022"/>
            <a:ext cx="4488506" cy="2244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SC Technology">
            <a:extLst>
              <a:ext uri="{FF2B5EF4-FFF2-40B4-BE49-F238E27FC236}">
                <a16:creationId xmlns:a16="http://schemas.microsoft.com/office/drawing/2014/main" id="{2128AA76-60B4-001D-B5BA-3E2DB5A2991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3826" y="1783485"/>
            <a:ext cx="4294650" cy="2147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72C9EFB4-E3DC-D36E-EE4C-272D764688FB}"/>
              </a:ext>
            </a:extLst>
          </p:cNvPr>
          <p:cNvSpPr txBox="1"/>
          <p:nvPr userDrawn="1"/>
        </p:nvSpPr>
        <p:spPr>
          <a:xfrm>
            <a:off x="2353080" y="4107475"/>
            <a:ext cx="77606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200" b="0" i="0" u="none" strike="noStrike" kern="1200" cap="none" spc="0" normalizeH="0" baseline="0" noProof="0" dirty="0">
                <a:ln>
                  <a:noFill/>
                </a:ln>
                <a:solidFill>
                  <a:srgbClr val="EFD48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Technical Sponsor</a:t>
            </a:r>
          </a:p>
        </p:txBody>
      </p:sp>
      <p:pic>
        <p:nvPicPr>
          <p:cNvPr id="1030" name="Picture 6" descr="DotNetCode">
            <a:extLst>
              <a:ext uri="{FF2B5EF4-FFF2-40B4-BE49-F238E27FC236}">
                <a16:creationId xmlns:a16="http://schemas.microsoft.com/office/drawing/2014/main" id="{FC15D550-E442-432B-D4DE-B12B0F5FD9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9922" y="4908403"/>
            <a:ext cx="1677676" cy="838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Torino .NET">
            <a:extLst>
              <a:ext uri="{FF2B5EF4-FFF2-40B4-BE49-F238E27FC236}">
                <a16:creationId xmlns:a16="http://schemas.microsoft.com/office/drawing/2014/main" id="{35D98248-AB12-478D-17B0-9DA5F79F8F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4771" y="4889643"/>
            <a:ext cx="1677676" cy="838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JetBrains">
            <a:extLst>
              <a:ext uri="{FF2B5EF4-FFF2-40B4-BE49-F238E27FC236}">
                <a16:creationId xmlns:a16="http://schemas.microsoft.com/office/drawing/2014/main" id="{45C8FAB0-5A19-4FA2-A639-C8EA6B509AF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5073" y="4871163"/>
            <a:ext cx="1752156" cy="876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E16C56-782E-468B-FB94-31162E118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34" y="-416877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89425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1AC213-F388-4E21-98C4-36E6E89F2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776" y="1600200"/>
            <a:ext cx="11205921" cy="2387600"/>
          </a:xfrm>
        </p:spPr>
        <p:txBody>
          <a:bodyPr anchor="ctr"/>
          <a:lstStyle>
            <a:lvl1pPr algn="ctr">
              <a:defRPr sz="4400">
                <a:latin typeface="+mn-lt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816E0C6-E17F-4FDB-8980-765ACC03A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775" y="4344194"/>
            <a:ext cx="11205921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79011E-D390-43E9-A2A7-33EA50B3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52116E-899F-443D-9DAC-ADEC644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974020F4-9E0A-40BD-8784-A68D91CBF059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078812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4B6594-436E-4CB3-AD0B-3DF1CF78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579950-EAE6-44C5-8A5A-B17F721D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6E3443-EB60-437C-AB50-5D4C8148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0965ADC6-875C-482E-A5A7-491A1C44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0151154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0E1D9-830C-42E5-B43B-29DB0C74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776" y="1736726"/>
            <a:ext cx="11205921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591FCF-D95B-487B-A7A1-F791F33EB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776" y="4596754"/>
            <a:ext cx="1120592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098EBC-55A3-4699-8138-556E5BB6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C5592B-641A-418A-A3A0-1A3EA60A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C1A526D-BDB6-48B9-BE01-73554F395FF1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5268416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DB07BF-6C79-4467-ACB1-0767E3771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759" y="1825625"/>
            <a:ext cx="5129723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3F5DFD-F0C1-4DC6-875A-D8417FB42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52974" y="1825625"/>
            <a:ext cx="5129723" cy="435133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55D52C-1AD6-485F-97E2-A18AE2C9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6CB1CD-EEE9-47F1-B168-D7DCFBDB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B915A429-AA51-465F-99BF-0EDBF7ED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2310103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A0B334-5A2E-420D-B34F-0C59C82F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775" y="1674203"/>
            <a:ext cx="521911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888714-BC9E-4F0C-9BCB-271CD43D7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775" y="2505075"/>
            <a:ext cx="5219113" cy="368458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DBCF60-51E3-49AF-B7E7-0E0D5D215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3584" y="1681163"/>
            <a:ext cx="521911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5EE61DC-AAA5-4E2D-BF46-D00329A5C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3584" y="2505075"/>
            <a:ext cx="5219113" cy="368458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AAF0436-58B6-47F6-8E11-84D919C7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CE0F1DC-C34B-4F16-A8A1-59B2D4B6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FF69F79A-A6ED-473E-82AC-E596A5C3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1661269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183397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77963-0FD6-4635-A1A8-B7BCF35F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776" y="1587657"/>
            <a:ext cx="4360984" cy="888865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285E0-D2CF-45EC-824F-708C5715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2031" y="1587657"/>
            <a:ext cx="6230666" cy="4544968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85BD09-F8F1-4CF7-88B9-307E74D0B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6776" y="2880880"/>
            <a:ext cx="4360984" cy="325174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0B2838-7774-49C1-8FBD-409204B2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9A51A0-997F-4635-8FEA-B4232644B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0" name="Segnaposto titolo 1">
            <a:extLst>
              <a:ext uri="{FF2B5EF4-FFF2-40B4-BE49-F238E27FC236}">
                <a16:creationId xmlns:a16="http://schemas.microsoft.com/office/drawing/2014/main" id="{79FE1DD2-21EE-470A-9002-2A465A11EC14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2041257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C9793-0D22-47FF-B7AF-15663D5A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776" y="1528096"/>
            <a:ext cx="4360984" cy="1031965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  <a:latin typeface="+mn-lt"/>
              </a:defRPr>
            </a:lvl1pPr>
          </a:lstStyle>
          <a:p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CCCD409-2A98-495F-9E05-476EDBD28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753687" y="1515291"/>
            <a:ext cx="6029010" cy="4345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9D9E80-627A-4D17-9029-E14C8D64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6776" y="2807711"/>
            <a:ext cx="4360984" cy="309966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802470-52B8-47E4-BB8D-82F7917C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F4365-DBFC-499C-9A07-D4D2E10D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0" name="Segnaposto titolo 1">
            <a:extLst>
              <a:ext uri="{FF2B5EF4-FFF2-40B4-BE49-F238E27FC236}">
                <a16:creationId xmlns:a16="http://schemas.microsoft.com/office/drawing/2014/main" id="{FFE944BF-EBE0-41F2-8211-C03DD2ED131E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7116813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F76DF86-3239-4301-B70B-A13C8ABA8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96C9C4-33F1-4020-8250-3D1B97B5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D5C8DC-1645-450C-9B4E-D669ED3C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A3481035-E8B5-4DD5-8880-5DE2CCEC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8900382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3D8386C-D3E1-4E69-B768-5BEB28C4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53797" y="1554479"/>
            <a:ext cx="2628900" cy="4622484"/>
          </a:xfrm>
        </p:spPr>
        <p:txBody>
          <a:bodyPr vert="eaVert"/>
          <a:lstStyle>
            <a:lvl1pPr>
              <a:defRPr>
                <a:solidFill>
                  <a:srgbClr val="0B78BD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40F96A-A1E5-4D89-80FC-898C746DE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19793" y="1554479"/>
            <a:ext cx="7534003" cy="4622483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61DD45-3A69-404E-8FF2-1C4D2905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03782C-43DE-45B5-A0FE-964602A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9EE02F72-0479-433E-8790-EFB53CB0BF09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/>
              <a:t>Fare clic per modificare lo stile del titolo 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930921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1AC213-F388-4E21-98C4-36E6E89F2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600200"/>
            <a:ext cx="10258698" cy="2387600"/>
          </a:xfrm>
        </p:spPr>
        <p:txBody>
          <a:bodyPr anchor="ctr"/>
          <a:lstStyle>
            <a:lvl1pPr algn="ctr">
              <a:defRPr sz="4400">
                <a:latin typeface="+mn-lt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816E0C6-E17F-4FDB-8980-765ACC03A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344194"/>
            <a:ext cx="10258697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79011E-D390-43E9-A2A7-33EA50B3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52116E-899F-443D-9DAC-ADEC644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974020F4-9E0A-40BD-8784-A68D91CBF059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/>
              <a:t>Fare clic per modificare lo stile del titolo 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480298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4B6594-436E-4CB3-AD0B-3DF1CF78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579950-EAE6-44C5-8A5A-B17F721D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6E3443-EB60-437C-AB50-5D4C8148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0965ADC6-875C-482E-A5A7-491A1C44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6077736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0E1D9-830C-42E5-B43B-29DB0C74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1736726"/>
            <a:ext cx="10162903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591FCF-D95B-487B-A7A1-F791F33EB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19794" y="4596754"/>
            <a:ext cx="10162903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098EBC-55A3-4699-8138-556E5BB6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C5592B-641A-418A-A3A0-1A3EA60A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C1A526D-BDB6-48B9-BE01-73554F395FF1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4291266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DB07BF-6C79-4467-ACB1-0767E3771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07193" y="1825625"/>
            <a:ext cx="4713052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3F5DFD-F0C1-4DC6-875A-D8417FB42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97189" y="1825625"/>
            <a:ext cx="4885508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55D52C-1AD6-485F-97E2-A18AE2C9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6CB1CD-EEE9-47F1-B168-D7DCFBDB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B915A429-AA51-465F-99BF-0EDBF7ED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60224856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A0B334-5A2E-420D-B34F-0C59C82F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19795" y="1681163"/>
            <a:ext cx="487244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888714-BC9E-4F0C-9BCB-271CD43D7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19795" y="2505075"/>
            <a:ext cx="4872446" cy="368458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DBCF60-51E3-49AF-B7E7-0E0D5D215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10251" y="1681163"/>
            <a:ext cx="487244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5EE61DC-AAA5-4E2D-BF46-D00329A5C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10251" y="2505075"/>
            <a:ext cx="4872446" cy="368458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AAF0436-58B6-47F6-8E11-84D919C7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CE0F1DC-C34B-4F16-A8A1-59B2D4B6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FF69F79A-A6ED-473E-82AC-E596A5C3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42416754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3497BDC-F780-482A-B00D-623003EBC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DF9F76F-F710-4222-8AE8-D8EF547FE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titolo 1">
            <a:extLst>
              <a:ext uri="{FF2B5EF4-FFF2-40B4-BE49-F238E27FC236}">
                <a16:creationId xmlns:a16="http://schemas.microsoft.com/office/drawing/2014/main" id="{5F8448A6-BA0D-48F5-901B-CA9C0E892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16768871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52777D80-3793-46C5-9B6B-BF992CAF3CCE}"/>
              </a:ext>
            </a:extLst>
          </p:cNvPr>
          <p:cNvSpPr/>
          <p:nvPr userDrawn="1"/>
        </p:nvSpPr>
        <p:spPr>
          <a:xfrm>
            <a:off x="0" y="6195216"/>
            <a:ext cx="12192000" cy="662783"/>
          </a:xfrm>
          <a:prstGeom prst="rect">
            <a:avLst/>
          </a:prstGeom>
          <a:solidFill>
            <a:srgbClr val="EFD48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 dirty="0"/>
              <a:t>#AzureDayRome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17962672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77963-0FD6-4635-A1A8-B7BCF35F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1587657"/>
            <a:ext cx="3932237" cy="888865"/>
          </a:xfrm>
        </p:spPr>
        <p:txBody>
          <a:bodyPr anchor="b"/>
          <a:lstStyle>
            <a:lvl1pPr>
              <a:defRPr sz="3200">
                <a:solidFill>
                  <a:srgbClr val="3B3838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285E0-D2CF-45EC-824F-708C5715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9097" y="1587657"/>
            <a:ext cx="5943600" cy="4544968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85BD09-F8F1-4CF7-88B9-307E74D0B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19794" y="2880880"/>
            <a:ext cx="3932237" cy="325174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0B2838-7774-49C1-8FBD-409204B2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9A51A0-997F-4635-8FEA-B4232644B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8C52628-7CD8-4B9E-85F2-AA6D0F451AE1}"/>
              </a:ext>
            </a:extLst>
          </p:cNvPr>
          <p:cNvSpPr txBox="1">
            <a:spLocks/>
          </p:cNvSpPr>
          <p:nvPr userDrawn="1"/>
        </p:nvSpPr>
        <p:spPr>
          <a:xfrm>
            <a:off x="1463039" y="18255"/>
            <a:ext cx="1072895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/>
              <a:t>Fare clic per modificare lo stile del titolo </a:t>
            </a:r>
            <a:endParaRPr lang="it-IT" dirty="0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3F1D8162-967F-491C-8075-478356124555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68869528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C9793-0D22-47FF-B7AF-15663D5A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1515291"/>
            <a:ext cx="3932237" cy="1031965"/>
          </a:xfrm>
        </p:spPr>
        <p:txBody>
          <a:bodyPr anchor="b"/>
          <a:lstStyle>
            <a:lvl1pPr>
              <a:defRPr sz="3200">
                <a:solidFill>
                  <a:srgbClr val="3B3838"/>
                </a:solidFill>
                <a:latin typeface="+mn-lt"/>
              </a:defRPr>
            </a:lvl1pPr>
          </a:lstStyle>
          <a:p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CCCD409-2A98-495F-9E05-476EDBD28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969725" y="1515291"/>
            <a:ext cx="5812971" cy="4345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9D9E80-627A-4D17-9029-E14C8D64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19793" y="2761388"/>
            <a:ext cx="3932237" cy="309966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802470-52B8-47E4-BB8D-82F7917C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F4365-DBFC-499C-9A07-D4D2E10D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0BE16406-DCB4-4984-8046-F9EFFF081186}"/>
              </a:ext>
            </a:extLst>
          </p:cNvPr>
          <p:cNvSpPr txBox="1">
            <a:spLocks/>
          </p:cNvSpPr>
          <p:nvPr userDrawn="1"/>
        </p:nvSpPr>
        <p:spPr>
          <a:xfrm>
            <a:off x="1463039" y="18255"/>
            <a:ext cx="1072895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Fare clic per modificare lo stile del titolo </a:t>
            </a:r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E5B1B50D-5827-411C-8C68-4B6FEA76FB11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8679466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F76DF86-3239-4301-B70B-A13C8ABA8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96C9C4-33F1-4020-8250-3D1B97B5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D5C8DC-1645-450C-9B4E-D669ED3C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A3481035-E8B5-4DD5-8880-5DE2CCEC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1328799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3D8386C-D3E1-4E69-B768-5BEB28C4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53797" y="1554479"/>
            <a:ext cx="2628900" cy="4622484"/>
          </a:xfrm>
        </p:spPr>
        <p:txBody>
          <a:bodyPr vert="eaVert"/>
          <a:lstStyle>
            <a:lvl1pPr>
              <a:defRPr>
                <a:solidFill>
                  <a:srgbClr val="3B3838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40F96A-A1E5-4D89-80FC-898C746DE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19793" y="1554479"/>
            <a:ext cx="7534003" cy="4622483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61DD45-3A69-404E-8FF2-1C4D2905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03782C-43DE-45B5-A0FE-964602A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9EE02F72-0479-433E-8790-EFB53CB0BF09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76205685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1AC213-F388-4E21-98C4-36E6E89F2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25633" y="1600200"/>
            <a:ext cx="9157063" cy="2387600"/>
          </a:xfrm>
        </p:spPr>
        <p:txBody>
          <a:bodyPr anchor="ctr"/>
          <a:lstStyle>
            <a:lvl1pPr algn="ctr">
              <a:defRPr sz="4400">
                <a:latin typeface="+mn-lt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816E0C6-E17F-4FDB-8980-765ACC03A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25634" y="4344194"/>
            <a:ext cx="91570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79011E-D390-43E9-A2A7-33EA50B3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52116E-899F-443D-9DAC-ADEC644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974020F4-9E0A-40BD-8784-A68D91CBF059}"/>
              </a:ext>
            </a:extLst>
          </p:cNvPr>
          <p:cNvSpPr txBox="1">
            <a:spLocks/>
          </p:cNvSpPr>
          <p:nvPr userDrawn="1"/>
        </p:nvSpPr>
        <p:spPr>
          <a:xfrm>
            <a:off x="2625633" y="316559"/>
            <a:ext cx="9157064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65895361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4B6594-436E-4CB3-AD0B-3DF1CF78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579950-EAE6-44C5-8A5A-B17F721D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6E3443-EB60-437C-AB50-5D4C8148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0965ADC6-875C-482E-A5A7-491A1C44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25973848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0E1D9-830C-42E5-B43B-29DB0C74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4" y="1736726"/>
            <a:ext cx="9157063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591FCF-D95B-487B-A7A1-F791F33EB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25634" y="4596754"/>
            <a:ext cx="9157063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098EBC-55A3-4699-8138-556E5BB6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C5592B-641A-418A-A3A0-1A3EA60A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C1A526D-BDB6-48B9-BE01-73554F395FF1}"/>
              </a:ext>
            </a:extLst>
          </p:cNvPr>
          <p:cNvSpPr txBox="1">
            <a:spLocks/>
          </p:cNvSpPr>
          <p:nvPr userDrawn="1"/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24683240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DB07BF-6C79-4467-ACB1-0767E3771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25634" y="1835513"/>
            <a:ext cx="4323805" cy="435133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3F5DFD-F0C1-4DC6-875A-D8417FB42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58891" y="1825625"/>
            <a:ext cx="4323805" cy="435133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55D52C-1AD6-485F-97E2-A18AE2C9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6CB1CD-EEE9-47F1-B168-D7DCFBDB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B915A429-AA51-465F-99BF-0EDBF7ED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2458700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A0B334-5A2E-420D-B34F-0C59C82F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25634" y="1664155"/>
            <a:ext cx="419317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888714-BC9E-4F0C-9BCB-271CD43D7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625633" y="2527640"/>
            <a:ext cx="4193179" cy="368458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DBCF60-51E3-49AF-B7E7-0E0D5D215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589519" y="1681163"/>
            <a:ext cx="419317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5EE61DC-AAA5-4E2D-BF46-D00329A5C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589519" y="2505075"/>
            <a:ext cx="4193177" cy="368458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AAF0436-58B6-47F6-8E11-84D919C7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CE0F1DC-C34B-4F16-A8A1-59B2D4B6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FF69F79A-A6ED-473E-82AC-E596A5C3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3" y="316559"/>
            <a:ext cx="9157064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90030919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3497BDC-F780-482A-B00D-623003EBC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DF9F76F-F710-4222-8AE8-D8EF547FE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titolo 1">
            <a:extLst>
              <a:ext uri="{FF2B5EF4-FFF2-40B4-BE49-F238E27FC236}">
                <a16:creationId xmlns:a16="http://schemas.microsoft.com/office/drawing/2014/main" id="{5F8448A6-BA0D-48F5-901B-CA9C0E892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72352017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72813758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77963-0FD6-4635-A1A8-B7BCF35F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4" y="1587657"/>
            <a:ext cx="3592286" cy="888865"/>
          </a:xfrm>
        </p:spPr>
        <p:txBody>
          <a:bodyPr anchor="b"/>
          <a:lstStyle>
            <a:lvl1pPr>
              <a:defRPr sz="3200">
                <a:solidFill>
                  <a:srgbClr val="3B3838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285E0-D2CF-45EC-824F-708C5715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9971" y="1587657"/>
            <a:ext cx="5142726" cy="4544968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85BD09-F8F1-4CF7-88B9-307E74D0B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625634" y="2874869"/>
            <a:ext cx="3592286" cy="325174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0B2838-7774-49C1-8FBD-409204B2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9A51A0-997F-4635-8FEA-B4232644B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3F1D8162-967F-491C-8075-478356124555}"/>
              </a:ext>
            </a:extLst>
          </p:cNvPr>
          <p:cNvSpPr txBox="1">
            <a:spLocks/>
          </p:cNvSpPr>
          <p:nvPr userDrawn="1"/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81915080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C9793-0D22-47FF-B7AF-15663D5A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5" y="1481773"/>
            <a:ext cx="3470366" cy="1031965"/>
          </a:xfrm>
        </p:spPr>
        <p:txBody>
          <a:bodyPr anchor="b"/>
          <a:lstStyle>
            <a:lvl1pPr>
              <a:defRPr sz="3200">
                <a:solidFill>
                  <a:srgbClr val="3B3838"/>
                </a:solidFill>
                <a:latin typeface="+mn-lt"/>
              </a:defRPr>
            </a:lvl1pPr>
          </a:lstStyle>
          <a:p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CCCD409-2A98-495F-9E05-476EDBD28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609807" y="1481773"/>
            <a:ext cx="5172890" cy="437927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9D9E80-627A-4D17-9029-E14C8D64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625635" y="2740387"/>
            <a:ext cx="3470366" cy="309966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802470-52B8-47E4-BB8D-82F7917C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F4365-DBFC-499C-9A07-D4D2E10D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E5B1B50D-5827-411C-8C68-4B6FEA76FB11}"/>
              </a:ext>
            </a:extLst>
          </p:cNvPr>
          <p:cNvSpPr txBox="1">
            <a:spLocks/>
          </p:cNvSpPr>
          <p:nvPr userDrawn="1"/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39256170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F76DF86-3239-4301-B70B-A13C8ABA8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96C9C4-33F1-4020-8250-3D1B97B5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D5C8DC-1645-450C-9B4E-D669ED3C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A3481035-E8B5-4DD5-8880-5DE2CCEC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03812426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3D8386C-D3E1-4E69-B768-5BEB28C4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53797" y="1554479"/>
            <a:ext cx="2628900" cy="4622484"/>
          </a:xfrm>
        </p:spPr>
        <p:txBody>
          <a:bodyPr vert="eaVert"/>
          <a:lstStyle>
            <a:lvl1pPr>
              <a:defRPr>
                <a:solidFill>
                  <a:srgbClr val="3B3838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40F96A-A1E5-4D89-80FC-898C746DE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625634" y="1554479"/>
            <a:ext cx="6528164" cy="4622483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61DD45-3A69-404E-8FF2-1C4D2905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03782C-43DE-45B5-A0FE-964602A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9EE02F72-0479-433E-8790-EFB53CB0BF09}"/>
              </a:ext>
            </a:extLst>
          </p:cNvPr>
          <p:cNvSpPr txBox="1">
            <a:spLocks/>
          </p:cNvSpPr>
          <p:nvPr userDrawn="1"/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80596376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177288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Speaker Intro 2">
    <p:bg>
      <p:bgPr>
        <a:solidFill>
          <a:srgbClr val="EFD485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A3200B19-1F80-1FD4-FF41-354F78E652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574"/>
          <a:stretch>
            <a:fillRect/>
          </a:stretch>
        </p:blipFill>
        <p:spPr>
          <a:xfrm>
            <a:off x="0" y="3742660"/>
            <a:ext cx="12192000" cy="3115340"/>
          </a:xfrm>
          <a:prstGeom prst="rect">
            <a:avLst/>
          </a:prstGeom>
        </p:spPr>
      </p:pic>
      <p:sp>
        <p:nvSpPr>
          <p:cNvPr id="11" name="Google Shape;11;p2"/>
          <p:cNvSpPr txBox="1">
            <a:spLocks noGrp="1"/>
          </p:cNvSpPr>
          <p:nvPr>
            <p:ph type="ctrTitle" hasCustomPrompt="1"/>
          </p:nvPr>
        </p:nvSpPr>
        <p:spPr>
          <a:xfrm>
            <a:off x="4379200" y="1289756"/>
            <a:ext cx="7812800" cy="3688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600">
                <a:solidFill>
                  <a:srgbClr val="3B3838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 dirty="0"/>
              <a:t>Session Title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2901898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E39836AA-E138-48A5-BA71-0DF9A3EA6287}"/>
              </a:ext>
            </a:extLst>
          </p:cNvPr>
          <p:cNvSpPr/>
          <p:nvPr userDrawn="1"/>
        </p:nvSpPr>
        <p:spPr>
          <a:xfrm>
            <a:off x="-456228" y="5247248"/>
            <a:ext cx="13104457" cy="1610751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4767899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E39836AA-E138-48A5-BA71-0DF9A3EA6287}"/>
              </a:ext>
            </a:extLst>
          </p:cNvPr>
          <p:cNvSpPr/>
          <p:nvPr userDrawn="1"/>
        </p:nvSpPr>
        <p:spPr>
          <a:xfrm>
            <a:off x="-196948" y="3165232"/>
            <a:ext cx="12845177" cy="3692768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400" dirty="0">
                <a:solidFill>
                  <a:srgbClr val="3B3838"/>
                </a:solidFill>
              </a:rPr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2021037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C27300C4-421D-4405-87C1-01BBAA9D102A}"/>
              </a:ext>
            </a:extLst>
          </p:cNvPr>
          <p:cNvSpPr/>
          <p:nvPr userDrawn="1"/>
        </p:nvSpPr>
        <p:spPr>
          <a:xfrm>
            <a:off x="4799426" y="1890747"/>
            <a:ext cx="2602523" cy="24196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3BC52BE1-DA7B-4B4B-A750-43DC5BAFD8E7}"/>
              </a:ext>
            </a:extLst>
          </p:cNvPr>
          <p:cNvSpPr/>
          <p:nvPr userDrawn="1"/>
        </p:nvSpPr>
        <p:spPr>
          <a:xfrm>
            <a:off x="0" y="5532119"/>
            <a:ext cx="12192000" cy="1026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5400" b="0" dirty="0">
                <a:solidFill>
                  <a:srgbClr val="3B3838"/>
                </a:solidFill>
                <a:latin typeface="+mn-lt"/>
              </a:rPr>
              <a:t>Session Title</a:t>
            </a:r>
          </a:p>
        </p:txBody>
      </p:sp>
      <p:sp>
        <p:nvSpPr>
          <p:cNvPr id="5" name="Segnaposto immagine 2">
            <a:extLst>
              <a:ext uri="{FF2B5EF4-FFF2-40B4-BE49-F238E27FC236}">
                <a16:creationId xmlns:a16="http://schemas.microsoft.com/office/drawing/2014/main" id="{87C983A3-DC74-4C7F-BA9E-8FD9BACC78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99426" y="1896423"/>
            <a:ext cx="2602523" cy="24196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05D74D9-99C3-442C-94A0-2256DCB3A8AD}"/>
              </a:ext>
            </a:extLst>
          </p:cNvPr>
          <p:cNvSpPr txBox="1"/>
          <p:nvPr userDrawn="1"/>
        </p:nvSpPr>
        <p:spPr>
          <a:xfrm>
            <a:off x="4799426" y="4441319"/>
            <a:ext cx="26025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solidFill>
                  <a:schemeClr val="bg1"/>
                </a:solidFill>
              </a:rPr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79881237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bg>
      <p:bgPr>
        <a:solidFill>
          <a:srgbClr val="EFD4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1B3740AF-E675-42BE-A189-ABCECA1A81AE}"/>
              </a:ext>
            </a:extLst>
          </p:cNvPr>
          <p:cNvSpPr/>
          <p:nvPr userDrawn="1"/>
        </p:nvSpPr>
        <p:spPr>
          <a:xfrm>
            <a:off x="4794736" y="1308294"/>
            <a:ext cx="2602523" cy="24196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51E6DB1A-82C4-4D31-BAD7-53B0226442FB}"/>
              </a:ext>
            </a:extLst>
          </p:cNvPr>
          <p:cNvSpPr/>
          <p:nvPr userDrawn="1"/>
        </p:nvSpPr>
        <p:spPr>
          <a:xfrm>
            <a:off x="0" y="5187462"/>
            <a:ext cx="12192000" cy="1026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5400" b="0" dirty="0">
              <a:solidFill>
                <a:srgbClr val="0B78BD"/>
              </a:solidFill>
              <a:latin typeface="+mn-lt"/>
            </a:endParaRPr>
          </a:p>
        </p:txBody>
      </p:sp>
      <p:sp>
        <p:nvSpPr>
          <p:cNvPr id="11" name="Segnaposto immagine 2">
            <a:extLst>
              <a:ext uri="{FF2B5EF4-FFF2-40B4-BE49-F238E27FC236}">
                <a16:creationId xmlns:a16="http://schemas.microsoft.com/office/drawing/2014/main" id="{9024054E-FC58-4A9F-88D6-B1508DD55D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94737" y="1308294"/>
            <a:ext cx="2602523" cy="24196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E73A9E7-9566-4807-80F0-C8A8ACDB8D9B}"/>
              </a:ext>
            </a:extLst>
          </p:cNvPr>
          <p:cNvSpPr txBox="1"/>
          <p:nvPr userDrawn="1"/>
        </p:nvSpPr>
        <p:spPr>
          <a:xfrm>
            <a:off x="4794735" y="3727937"/>
            <a:ext cx="26025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solidFill>
                  <a:schemeClr val="bg1"/>
                </a:solidFill>
              </a:rPr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45564709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04714" y="6356350"/>
            <a:ext cx="12779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19794" y="6356350"/>
            <a:ext cx="88849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3B3838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Agenda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332411" cy="6839745"/>
          </a:xfrm>
          <a:prstGeom prst="rect">
            <a:avLst/>
          </a:prstGeom>
          <a:solidFill>
            <a:srgbClr val="EFD485"/>
          </a:solidFill>
          <a:ln>
            <a:solidFill>
              <a:srgbClr val="EFD4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255"/>
            <a:ext cx="1332411" cy="1332411"/>
          </a:xfrm>
          <a:prstGeom prst="rect">
            <a:avLst/>
          </a:prstGeom>
        </p:spPr>
      </p:pic>
      <p:sp>
        <p:nvSpPr>
          <p:cNvPr id="12" name="Segnaposto testo 2">
            <a:extLst>
              <a:ext uri="{FF2B5EF4-FFF2-40B4-BE49-F238E27FC236}">
                <a16:creationId xmlns:a16="http://schemas.microsoft.com/office/drawing/2014/main" id="{C75428D7-6ACD-4F9B-9159-66E4F87F7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794" y="1492176"/>
            <a:ext cx="1016290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3B3838"/>
                </a:solidFill>
              </a:defRPr>
            </a:lvl1pPr>
            <a:lvl2pPr>
              <a:defRPr sz="2400">
                <a:solidFill>
                  <a:srgbClr val="3B3838"/>
                </a:solidFill>
              </a:defRPr>
            </a:lvl2pPr>
            <a:lvl3pPr>
              <a:defRPr sz="2400">
                <a:solidFill>
                  <a:srgbClr val="3B3838"/>
                </a:solidFill>
              </a:defRPr>
            </a:lvl3pPr>
            <a:lvl4pPr>
              <a:defRPr sz="2400">
                <a:solidFill>
                  <a:srgbClr val="3B3838"/>
                </a:solidFill>
              </a:defRPr>
            </a:lvl4pPr>
            <a:lvl5pPr>
              <a:defRPr sz="2400">
                <a:solidFill>
                  <a:srgbClr val="3B3838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87277417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04714" y="6356350"/>
            <a:ext cx="12779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19794" y="6356350"/>
            <a:ext cx="88849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3B3838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332411" cy="6839745"/>
          </a:xfrm>
          <a:prstGeom prst="rect">
            <a:avLst/>
          </a:prstGeom>
          <a:solidFill>
            <a:srgbClr val="EFD48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255"/>
            <a:ext cx="1332411" cy="1332411"/>
          </a:xfrm>
          <a:prstGeom prst="rect">
            <a:avLst/>
          </a:prstGeom>
        </p:spPr>
      </p:pic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304AE0C-0056-49D9-A1BB-E5FD6B84277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-1854893" y="3503863"/>
            <a:ext cx="5042195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pPr algn="ctr"/>
            <a:r>
              <a:rPr lang="it-IT">
                <a:solidFill>
                  <a:schemeClr val="bg1"/>
                </a:solidFill>
              </a:rPr>
              <a:t>Agenda</a:t>
            </a:r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8BBCFD4C-AEE9-4341-8F2A-49306A059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794" y="1492176"/>
            <a:ext cx="1016290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3B3838"/>
                </a:solidFill>
              </a:defRPr>
            </a:lvl1pPr>
            <a:lvl2pPr>
              <a:defRPr sz="2400">
                <a:solidFill>
                  <a:srgbClr val="3B3838"/>
                </a:solidFill>
              </a:defRPr>
            </a:lvl2pPr>
            <a:lvl3pPr>
              <a:defRPr sz="2400">
                <a:solidFill>
                  <a:srgbClr val="3B3838"/>
                </a:solidFill>
              </a:defRPr>
            </a:lvl3pPr>
            <a:lvl4pPr>
              <a:defRPr sz="2400">
                <a:solidFill>
                  <a:srgbClr val="3B3838"/>
                </a:solidFill>
              </a:defRPr>
            </a:lvl4pPr>
            <a:lvl5pPr>
              <a:defRPr sz="2400">
                <a:solidFill>
                  <a:srgbClr val="3B3838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40048477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04714" y="6356350"/>
            <a:ext cx="12779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19794" y="6356350"/>
            <a:ext cx="88849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3B3838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332411" cy="6839745"/>
          </a:xfrm>
          <a:prstGeom prst="rect">
            <a:avLst/>
          </a:prstGeom>
          <a:solidFill>
            <a:srgbClr val="EFD48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255"/>
            <a:ext cx="1332411" cy="1332411"/>
          </a:xfrm>
          <a:prstGeom prst="rect">
            <a:avLst/>
          </a:prstGeom>
        </p:spPr>
      </p:pic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C83AD98-DC2D-414F-85A7-3B59E4D18FD3}"/>
              </a:ext>
            </a:extLst>
          </p:cNvPr>
          <p:cNvSpPr txBox="1">
            <a:spLocks/>
          </p:cNvSpPr>
          <p:nvPr userDrawn="1"/>
        </p:nvSpPr>
        <p:spPr>
          <a:xfrm>
            <a:off x="159767" y="1772529"/>
            <a:ext cx="1012875" cy="4276578"/>
          </a:xfrm>
          <a:prstGeom prst="rect">
            <a:avLst/>
          </a:prstGeom>
        </p:spPr>
        <p:txBody>
          <a:bodyPr vert="wordArtVert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CD0B6E79-F9A8-427C-AAAD-533973D8E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794" y="1492176"/>
            <a:ext cx="1016290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3B3838"/>
                </a:solidFill>
              </a:defRPr>
            </a:lvl1pPr>
            <a:lvl2pPr>
              <a:defRPr sz="2400">
                <a:solidFill>
                  <a:srgbClr val="3B3838"/>
                </a:solidFill>
              </a:defRPr>
            </a:lvl2pPr>
            <a:lvl3pPr>
              <a:defRPr sz="2400">
                <a:solidFill>
                  <a:srgbClr val="3B3838"/>
                </a:solidFill>
              </a:defRPr>
            </a:lvl3pPr>
            <a:lvl4pPr>
              <a:defRPr sz="2400">
                <a:solidFill>
                  <a:srgbClr val="3B3838"/>
                </a:solidFill>
              </a:defRPr>
            </a:lvl4pPr>
            <a:lvl5pPr>
              <a:defRPr sz="2400">
                <a:solidFill>
                  <a:srgbClr val="3B3838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77923861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 Logo D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DD1460AA-79FC-1465-E8FD-4F3AAE4322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286" y="5023939"/>
            <a:ext cx="1332411" cy="1332411"/>
          </a:xfrm>
          <a:prstGeom prst="rect">
            <a:avLst/>
          </a:prstGeom>
        </p:spPr>
      </p:pic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04714" y="6356350"/>
            <a:ext cx="12779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1182" y="6356350"/>
            <a:ext cx="98435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182" y="316559"/>
            <a:ext cx="11121515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3B3838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C83AD98-DC2D-414F-85A7-3B59E4D18FD3}"/>
              </a:ext>
            </a:extLst>
          </p:cNvPr>
          <p:cNvSpPr txBox="1">
            <a:spLocks/>
          </p:cNvSpPr>
          <p:nvPr userDrawn="1"/>
        </p:nvSpPr>
        <p:spPr>
          <a:xfrm>
            <a:off x="159767" y="1772529"/>
            <a:ext cx="1012875" cy="4276578"/>
          </a:xfrm>
          <a:prstGeom prst="rect">
            <a:avLst/>
          </a:prstGeom>
        </p:spPr>
        <p:txBody>
          <a:bodyPr vert="wordArtVert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chemeClr val="bg1"/>
                </a:solidFill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35330084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A9BBBF5A-31D2-2699-19F4-AA649B4BFB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286" y="5023939"/>
            <a:ext cx="1332411" cy="1332411"/>
          </a:xfrm>
          <a:prstGeom prst="rect">
            <a:avLst/>
          </a:prstGeom>
        </p:spPr>
      </p:pic>
      <p:pic>
        <p:nvPicPr>
          <p:cNvPr id="10" name="Picture 9" descr="Yellow and blue symbols">
            <a:extLst>
              <a:ext uri="{FF2B5EF4-FFF2-40B4-BE49-F238E27FC236}">
                <a16:creationId xmlns:a16="http://schemas.microsoft.com/office/drawing/2014/main" id="{F166FFCD-9468-2B31-BCAA-F7AAC91BF12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7440" y="0"/>
            <a:ext cx="9814560" cy="6858000"/>
          </a:xfrm>
          <a:prstGeom prst="rect">
            <a:avLst/>
          </a:prstGeom>
        </p:spPr>
      </p:pic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29004" y="6356350"/>
            <a:ext cx="1853693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AzureDayTorino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5634" y="6356350"/>
            <a:ext cx="7879080" cy="365125"/>
          </a:xfrm>
          <a:prstGeom prst="rect">
            <a:avLst/>
          </a:prstGeom>
        </p:spPr>
        <p:txBody>
          <a:bodyPr/>
          <a:lstStyle/>
          <a:p>
            <a:endParaRPr lang="it-IT" dirty="0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rgbClr val="3B3838"/>
                </a:solidFill>
                <a:latin typeface="+mn-lt"/>
              </a:defRPr>
            </a:lvl1pPr>
          </a:lstStyle>
          <a:p>
            <a:r>
              <a:rPr lang="it-IT" dirty="0" err="1"/>
              <a:t>Question</a:t>
            </a:r>
            <a:r>
              <a:rPr lang="it-IT" dirty="0"/>
              <a:t> Time</a:t>
            </a:r>
          </a:p>
        </p:txBody>
      </p:sp>
      <p:pic>
        <p:nvPicPr>
          <p:cNvPr id="5" name="Google Shape;77;p15" descr="photo-1434030216411-0b793f4b4173.jpg">
            <a:extLst>
              <a:ext uri="{FF2B5EF4-FFF2-40B4-BE49-F238E27FC236}">
                <a16:creationId xmlns:a16="http://schemas.microsoft.com/office/drawing/2014/main" id="{722A8524-7FE9-45F2-ADA9-A2F63D65BDF5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l="28831" r="30600"/>
          <a:stretch/>
        </p:blipFill>
        <p:spPr>
          <a:xfrm>
            <a:off x="0" y="0"/>
            <a:ext cx="237744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8637751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">
    <p:bg>
      <p:bgPr>
        <a:solidFill>
          <a:srgbClr val="EFD4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10A40383-6BE9-4A38-84CE-E391022B5B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552" y="727916"/>
            <a:ext cx="11128896" cy="5814413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16000"/>
              </a:srgbClr>
            </a:outerShdw>
          </a:effectLst>
        </p:spPr>
      </p:pic>
      <p:sp>
        <p:nvSpPr>
          <p:cNvPr id="4" name="Segnaposto titolo 1">
            <a:extLst>
              <a:ext uri="{FF2B5EF4-FFF2-40B4-BE49-F238E27FC236}">
                <a16:creationId xmlns:a16="http://schemas.microsoft.com/office/drawing/2014/main" id="{A6C10EFC-5B15-4541-BF67-29984B125E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0047" y="315671"/>
            <a:ext cx="9261565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04972795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mo">
    <p:bg>
      <p:bgPr>
        <a:solidFill>
          <a:srgbClr val="EFD4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titolo 1">
            <a:extLst>
              <a:ext uri="{FF2B5EF4-FFF2-40B4-BE49-F238E27FC236}">
                <a16:creationId xmlns:a16="http://schemas.microsoft.com/office/drawing/2014/main" id="{A6C10EFC-5B15-4541-BF67-29984B125E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0047" y="315671"/>
            <a:ext cx="9261565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rgbClr val="3B3838"/>
                </a:solidFill>
                <a:latin typeface="+mn-lt"/>
              </a:defRPr>
            </a:lvl1pPr>
          </a:lstStyle>
          <a:p>
            <a:r>
              <a:rPr lang="it-IT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86913919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preserve="1" userDrawn="1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E614E76A-DB37-2759-82D3-7560F8F07A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8476" y="248859"/>
            <a:ext cx="1332411" cy="1332411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E32C6391-BD02-E1A8-6B3B-AFF1CE3F23FD}"/>
              </a:ext>
            </a:extLst>
          </p:cNvPr>
          <p:cNvSpPr txBox="1"/>
          <p:nvPr userDrawn="1"/>
        </p:nvSpPr>
        <p:spPr>
          <a:xfrm>
            <a:off x="2236596" y="1150247"/>
            <a:ext cx="77606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dirty="0">
                <a:solidFill>
                  <a:srgbClr val="EFD485"/>
                </a:solidFill>
              </a:rPr>
              <a:t>Platinum Sponsor</a:t>
            </a:r>
          </a:p>
        </p:txBody>
      </p:sp>
      <p:pic>
        <p:nvPicPr>
          <p:cNvPr id="1026" name="Picture 2" descr="Microsoft">
            <a:extLst>
              <a:ext uri="{FF2B5EF4-FFF2-40B4-BE49-F238E27FC236}">
                <a16:creationId xmlns:a16="http://schemas.microsoft.com/office/drawing/2014/main" id="{D3BB2535-1392-4C23-5759-4C1907BA49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7308" y="1758580"/>
            <a:ext cx="2324052" cy="1162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SC Technology">
            <a:extLst>
              <a:ext uri="{FF2B5EF4-FFF2-40B4-BE49-F238E27FC236}">
                <a16:creationId xmlns:a16="http://schemas.microsoft.com/office/drawing/2014/main" id="{2128AA76-60B4-001D-B5BA-3E2DB5A2991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972" y="1781256"/>
            <a:ext cx="2223678" cy="1111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72C9EFB4-E3DC-D36E-EE4C-272D764688FB}"/>
              </a:ext>
            </a:extLst>
          </p:cNvPr>
          <p:cNvSpPr txBox="1"/>
          <p:nvPr userDrawn="1"/>
        </p:nvSpPr>
        <p:spPr>
          <a:xfrm>
            <a:off x="2236596" y="3062203"/>
            <a:ext cx="77606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dirty="0">
                <a:solidFill>
                  <a:srgbClr val="EFD485"/>
                </a:solidFill>
              </a:rPr>
              <a:t>Technical Sponsor</a:t>
            </a:r>
          </a:p>
        </p:txBody>
      </p:sp>
      <p:pic>
        <p:nvPicPr>
          <p:cNvPr id="1030" name="Picture 6" descr="DotNetCode">
            <a:extLst>
              <a:ext uri="{FF2B5EF4-FFF2-40B4-BE49-F238E27FC236}">
                <a16:creationId xmlns:a16="http://schemas.microsoft.com/office/drawing/2014/main" id="{FC15D550-E442-432B-D4DE-B12B0F5FD9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1022" y="3899061"/>
            <a:ext cx="1564000" cy="78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ticker Mule">
            <a:extLst>
              <a:ext uri="{FF2B5EF4-FFF2-40B4-BE49-F238E27FC236}">
                <a16:creationId xmlns:a16="http://schemas.microsoft.com/office/drawing/2014/main" id="{90E1947C-3A52-C4EA-6590-A114F1DEF4F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0900" y="4831675"/>
            <a:ext cx="1752156" cy="876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Torino .NET">
            <a:extLst>
              <a:ext uri="{FF2B5EF4-FFF2-40B4-BE49-F238E27FC236}">
                <a16:creationId xmlns:a16="http://schemas.microsoft.com/office/drawing/2014/main" id="{35D98248-AB12-478D-17B0-9DA5F79F8F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7308" y="3824365"/>
            <a:ext cx="1677676" cy="838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Packt Publishing">
            <a:extLst>
              <a:ext uri="{FF2B5EF4-FFF2-40B4-BE49-F238E27FC236}">
                <a16:creationId xmlns:a16="http://schemas.microsoft.com/office/drawing/2014/main" id="{F2419F5C-C452-710B-B0AD-B6DEC64A2E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162" y="4824032"/>
            <a:ext cx="1677675" cy="838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JetBrains">
            <a:extLst>
              <a:ext uri="{FF2B5EF4-FFF2-40B4-BE49-F238E27FC236}">
                <a16:creationId xmlns:a16="http://schemas.microsoft.com/office/drawing/2014/main" id="{45C8FAB0-5A19-4FA2-A639-C8EA6B509AF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3022" y="4885016"/>
            <a:ext cx="1752156" cy="876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75113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Relationship Id="rId11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theme" Target="../theme/theme2.xml"/><Relationship Id="rId12" Type="http://schemas.openxmlformats.org/officeDocument/2006/relationships/image" Target="../media/image12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6.xml"/><Relationship Id="rId8" Type="http://schemas.openxmlformats.org/officeDocument/2006/relationships/slideLayout" Target="../slideLayouts/slideLayout27.xml"/><Relationship Id="rId9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13" Type="http://schemas.openxmlformats.org/officeDocument/2006/relationships/image" Target="../media/image3.png"/><Relationship Id="rId14" Type="http://schemas.microsoft.com/office/2007/relationships/hdphoto" Target="../media/hdphoto3.wdp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5.xml"/><Relationship Id="rId6" Type="http://schemas.openxmlformats.org/officeDocument/2006/relationships/slideLayout" Target="../slideLayouts/slideLayout36.xml"/><Relationship Id="rId7" Type="http://schemas.openxmlformats.org/officeDocument/2006/relationships/slideLayout" Target="../slideLayouts/slideLayout37.xml"/><Relationship Id="rId8" Type="http://schemas.openxmlformats.org/officeDocument/2006/relationships/slideLayout" Target="../slideLayouts/slideLayout38.xml"/><Relationship Id="rId9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13" Type="http://schemas.openxmlformats.org/officeDocument/2006/relationships/image" Target="../media/image1.pn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slideLayout" Target="../slideLayouts/slideLayout43.xml"/><Relationship Id="rId3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5.xml"/><Relationship Id="rId5" Type="http://schemas.openxmlformats.org/officeDocument/2006/relationships/slideLayout" Target="../slideLayouts/slideLayout46.xml"/><Relationship Id="rId6" Type="http://schemas.openxmlformats.org/officeDocument/2006/relationships/slideLayout" Target="../slideLayouts/slideLayout47.xml"/><Relationship Id="rId7" Type="http://schemas.openxmlformats.org/officeDocument/2006/relationships/slideLayout" Target="../slideLayouts/slideLayout48.xml"/><Relationship Id="rId8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5.xml"/><Relationship Id="rId15" Type="http://schemas.openxmlformats.org/officeDocument/2006/relationships/theme" Target="../theme/theme5.xml"/><Relationship Id="rId1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FD4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8FA54CC7-9A7A-4045-B6C3-58856AE6AEB3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255"/>
            <a:ext cx="1332411" cy="133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333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3" r:id="rId8"/>
    <p:sldLayoutId id="2147483744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B4F1C049-6E41-4F28-8D79-231F45AC5418}"/>
              </a:ext>
            </a:extLst>
          </p:cNvPr>
          <p:cNvSpPr/>
          <p:nvPr userDrawn="1"/>
        </p:nvSpPr>
        <p:spPr>
          <a:xfrm>
            <a:off x="0" y="1"/>
            <a:ext cx="12192000" cy="1195754"/>
          </a:xfrm>
          <a:prstGeom prst="rect">
            <a:avLst/>
          </a:prstGeom>
          <a:solidFill>
            <a:srgbClr val="EFD48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93C5AD0-FE2E-4D86-A507-E86907BB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21791A-A567-4377-ABF1-F28ADCB75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776" y="1314157"/>
            <a:ext cx="11205922" cy="48123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7CEABB-53CB-47F0-B538-540607AD1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504714" y="6356350"/>
            <a:ext cx="12779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F7A0EE-86E4-47D2-9966-E8417FAFE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6776" y="6356350"/>
            <a:ext cx="99279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pic>
        <p:nvPicPr>
          <p:cNvPr id="8" name="Immagine 7" descr="Immagine che contiene Elementi grafici, schizzo, disegno, arte&#10;&#10;Descrizione generata automaticamente">
            <a:extLst>
              <a:ext uri="{FF2B5EF4-FFF2-40B4-BE49-F238E27FC236}">
                <a16:creationId xmlns:a16="http://schemas.microsoft.com/office/drawing/2014/main" id="{EAE4BD8E-E654-B24C-24AA-93EDFE39A3DD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94693" cy="1195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241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7" r:id="rId6"/>
    <p:sldLayoutId id="2147483728" r:id="rId7"/>
    <p:sldLayoutId id="2147483729" r:id="rId8"/>
    <p:sldLayoutId id="2147483730" r:id="rId9"/>
    <p:sldLayoutId id="2147483731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3B3838"/>
          </a:solidFill>
          <a:latin typeface="+mn-lt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>
              <a:lumMod val="2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93C5AD0-FE2E-4D86-A507-E86907BB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21791A-A567-4377-ABF1-F28ADCB75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19794" y="1314157"/>
            <a:ext cx="10162903" cy="48123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7CEABB-53CB-47F0-B538-540607AD1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504714" y="6356350"/>
            <a:ext cx="12779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F7A0EE-86E4-47D2-9966-E8417FAFE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19794" y="6356350"/>
            <a:ext cx="88849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A7533540-83EF-C4E6-9100-721A8C345237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artisticGlowEdges/>
                    </a14:imgEffect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26" y="0"/>
            <a:ext cx="1332411" cy="133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922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2">
              <a:lumMod val="25000"/>
            </a:schemeClr>
          </a:solidFill>
          <a:latin typeface="+mn-lt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>
              <a:lumMod val="2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B4F1C049-6E41-4F28-8D79-231F45AC5418}"/>
              </a:ext>
            </a:extLst>
          </p:cNvPr>
          <p:cNvSpPr/>
          <p:nvPr userDrawn="1"/>
        </p:nvSpPr>
        <p:spPr>
          <a:xfrm>
            <a:off x="0" y="0"/>
            <a:ext cx="2364377" cy="6839745"/>
          </a:xfrm>
          <a:prstGeom prst="rect">
            <a:avLst/>
          </a:prstGeom>
          <a:solidFill>
            <a:srgbClr val="EFD48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93C5AD0-FE2E-4D86-A507-E86907BB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21791A-A567-4377-ABF1-F28ADCB75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25634" y="1314157"/>
            <a:ext cx="9157063" cy="48123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7CEABB-53CB-47F0-B538-540607AD1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504714" y="6356350"/>
            <a:ext cx="12779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F7A0EE-86E4-47D2-9966-E8417FAFE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25634" y="6356350"/>
            <a:ext cx="7879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1EBF50F-5D1D-409E-88D8-03D976F8D97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82" y="18255"/>
            <a:ext cx="1332411" cy="133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896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3B3838"/>
          </a:solidFill>
          <a:latin typeface="+mn-lt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3B3838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3B3838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3B3838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B3838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B3838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FD4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8FA54CC7-9A7A-4045-B6C3-58856AE6AEB3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255"/>
            <a:ext cx="1332411" cy="133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542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700" r:id="rId2"/>
    <p:sldLayoutId id="2147483701" r:id="rId3"/>
    <p:sldLayoutId id="2147483702" r:id="rId4"/>
    <p:sldLayoutId id="2147483697" r:id="rId5"/>
    <p:sldLayoutId id="2147483685" r:id="rId6"/>
    <p:sldLayoutId id="2147483703" r:id="rId7"/>
    <p:sldLayoutId id="2147483705" r:id="rId8"/>
    <p:sldLayoutId id="2147483704" r:id="rId9"/>
    <p:sldLayoutId id="2147483707" r:id="rId10"/>
    <p:sldLayoutId id="2147483706" r:id="rId11"/>
    <p:sldLayoutId id="2147483698" r:id="rId12"/>
    <p:sldLayoutId id="2147483732" r:id="rId13"/>
    <p:sldLayoutId id="214748369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Banner - Non fidarti, verifica: chaos engineering su Azure con Chaos Studio</a:t>
            </a:r>
          </a:p>
        </p:txBody>
      </p:sp>
      <p:pic descr="Visual banner image representing the conference session 'Non fidarti, verifica: chaos engineering su Azure con Chaos Studio' by Andrea Ceroni. This is a decorative element for the presentation." title="Banner for Non fidarti, verifica: chaos engineering su Azure con Chaos Studio by Andrea Ceroni" a:descr="Visual banner image representing the conference session 'Non fidarti, verifica: chaos engineering su Azure con Chaos Studio' by Andrea Ceroni. This is a decorative element for the presentation.">
        <p:nvPicPr>
          <p:cNvPr id="3" name="Banner for Non fidarti, verifica: chaos engineering su Azure con Chaos Studio by Andrea Ceroni" descr="AzureDayTorino2026_130226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573000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Main Session Title"/>
          <p:cNvSpPr>
            <a:spLocks noGrp="1"/>
          </p:cNvSpPr>
          <p:nvPr>
            <p:ph type="ctrTitle"/>
          </p:nvPr>
        </p:nvSpPr>
        <p:spPr>
          <a:xfrm>
            <a:off x="3931920" y="457200"/>
            <a:ext cx="7772400" cy="2743200"/>
          </a:xfrm>
        </p:spPr>
        <p:txBody>
          <a:bodyPr wrap="square"/>
          <a:lstStyle/>
          <a:p>
            <a:pPr algn="ctr">
              <a:defRPr sz="4000"/>
            </a:pPr>
            <a:r>
              <a:t>Non fidarti, verifica: chaos engineering su Azure con Chaos Studio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ponsor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Sponsors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Main Session Title"/>
          <p:cNvSpPr>
            <a:spLocks noGrp="1"/>
          </p:cNvSpPr>
          <p:nvPr>
            <p:ph type="title"/>
          </p:nvPr>
        </p:nvSpPr>
        <p:spPr>
          <a:xfrm>
            <a:off x="457200" y="5715000"/>
            <a:ext cx="11277600" cy="868680"/>
          </a:xfrm>
        </p:spPr>
        <p:txBody>
          <a:bodyPr wrap="square"/>
          <a:lstStyle/>
          <a:p>
            <a:pPr algn="ctr">
              <a:defRPr sz="3200"/>
            </a:pPr>
            <a:r>
              <a:t>Non fidarti, verifica: chaos engineering su Azure con Chaos Studio</a:t>
            </a:r>
          </a:p>
        </p:txBody>
      </p:sp>
      <p:sp>
        <p:nvSpPr>
          <p:cNvPr id="3" name="Detailed Speaker Information"/>
          <p:cNvSpPr txBox="1"/>
          <p:nvPr/>
        </p:nvSpPr>
        <p:spPr>
          <a:xfrm>
            <a:off x="457200" y="5303520"/>
            <a:ext cx="1127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262626"/>
                </a:solidFill>
              </a:defRPr>
            </a:pPr>
            <a:r>
              <a:t>Andrea Ceroni</a:t>
            </a:r>
          </a:p>
        </p:txBody>
      </p:sp>
      <p:sp>
        <p:nvSpPr>
          <p:cNvPr id="4" name="Session Description"/>
          <p:cNvSpPr txBox="1"/>
          <p:nvPr/>
        </p:nvSpPr>
        <p:spPr>
          <a:xfrm>
            <a:off x="914400" y="1463040"/>
            <a:ext cx="10363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262626"/>
                </a:solidFill>
              </a:defRPr>
            </a:pPr>
            <a:r>
              <a:t>Molte architetture Azure sono progettate per essere resilienti: multi-zone, geo-redundant storage, failover automatico dei database, retry e circuit breaker. Tuttavia, la resilienza “sulla carta” non garantisce che l’applicazione si comporti come previsto quando un’availability zone cade, il DNS smette di rispondere o l’identity provider va in outage. In questo talk mostriamo come passare dal design for resilience al prove your resilience usando Azure Chaos Studio Workspaces.</a:t>
            </a:r>
          </a:p>
          <a:p>
            <a:pPr algn="l">
              <a:defRPr sz="1800">
                <a:solidFill>
                  <a:srgbClr val="262626"/>
                </a:solidFill>
              </a:defRPr>
            </a:pPr>
          </a:p>
          <a:p>
            <a:pPr algn="l">
              <a:defRPr sz="1800">
                <a:solidFill>
                  <a:srgbClr val="262626"/>
                </a:solidFill>
              </a:defRPr>
            </a:pPr>
            <a:r>
              <a:t>Partiamo dai limiti tipici delle architetture enterprise: health probe mal configurate, connection string hard-code...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Non fidarti, verifica: chaos engineering su Azure con Chaos Studio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mo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Non fidarti, verifica: chaos engineering su Azure con Chaos Studio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Questions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 title="QR Code - Vote for Non fidarti, verifica: chaos engineering su Azure con Chaos Studio" descr="Scan this QR code to vote for this session, or visit https://vote.dotnetdev.it/vote/l44tzzta/1302268">
        <p:nvPicPr>
          <p:cNvPr id="2" name="QR Code for voting on Non fidarti, verifica: chaos engineering su Azure con Chaos Studio" descr="temp_voteQr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3514" b="3514"/>
          <a:stretch>
            <a:fillRect/>
          </a:stretch>
        </p:blipFill>
        <p:spPr/>
      </p:pic>
      <p:sp title="Voting instructions" descr="Encouragement to vote for the session: Non fidarti, verifica: chaos engineering su Azure con Chaos Studio">
        <p:nvSpPr>
          <p:cNvPr id="3" name="Voting Call to Action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Please Vote for This Session</a:t>
            </a:r>
          </a:p>
        </p:txBody>
      </p:sp>
      <p:sp title="Slide Title (Accessibility)" descr="Hidden title: Vote for Session - Non fidarti, verifica: chaos engineering su Azure con Chaos Studio">
        <p:nvSpPr>
          <p:cNvPr id="4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Vote for Session - Non fidarti, verifica: chaos engineering su Azure con Chaos Studio</a:t>
            </a:r>
          </a:p>
        </p:txBody>
      </p:sp>
      <p:sp>
        <p:nvSpPr>
          <p:cNvPr id="5" name="Alternative Voting URL"/>
          <p:cNvSpPr txBox="1"/>
          <p:nvPr/>
        </p:nvSpPr>
        <p:spPr>
          <a:xfrm>
            <a:off x="457200" y="6309360"/>
            <a:ext cx="1127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262626"/>
                </a:solidFill>
              </a:defRPr>
            </a:pPr>
            <a:r>
              <a:t>https://vote.dotnetdev.it/vote/l44tzzta/1302268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Personalizza struttur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Tema di Office">
  <a:themeElements>
    <a:clrScheme name="Torin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FD485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Personalizza struttur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7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D6131E5EFD16140B6B7F4892B3B1EDF" ma:contentTypeVersion="12" ma:contentTypeDescription="Creare un nuovo documento." ma:contentTypeScope="" ma:versionID="63b5c12633394d46a5e8b3cee073cbf0">
  <xsd:schema xmlns:xsd="http://www.w3.org/2001/XMLSchema" xmlns:xs="http://www.w3.org/2001/XMLSchema" xmlns:p="http://schemas.microsoft.com/office/2006/metadata/properties" xmlns:ns2="d8121912-130d-4688-8a96-8cf2c237709c" xmlns:ns3="cef5da91-0831-42fa-860c-d84acea2b669" targetNamespace="http://schemas.microsoft.com/office/2006/metadata/properties" ma:root="true" ma:fieldsID="965fc1106bbd4197a92925fc0676d25d" ns2:_="" ns3:_="">
    <xsd:import namespace="d8121912-130d-4688-8a96-8cf2c237709c"/>
    <xsd:import namespace="cef5da91-0831-42fa-860c-d84acea2b66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121912-130d-4688-8a96-8cf2c23770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Tag immagine" ma:readOnly="false" ma:fieldId="{5cf76f15-5ced-4ddc-b409-7134ff3c332f}" ma:taxonomyMulti="true" ma:sspId="cb3eaf0a-ec7c-4c5b-b578-2d5a923ed71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f5da91-0831-42fa-860c-d84acea2b669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9dfd23f-fefb-4f7f-bb4d-3c7d3fc8a426}" ma:internalName="TaxCatchAll" ma:showField="CatchAllData" ma:web="cef5da91-0831-42fa-860c-d84acea2b6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F878534-5D58-47CF-96A0-6CC00164F9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F8E5EFD-CAD4-4277-A6A9-F2D818E316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8121912-130d-4688-8a96-8cf2c237709c"/>
    <ds:schemaRef ds:uri="cef5da91-0831-42fa-860c-d84acea2b66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11303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5</vt:i4>
      </vt:variant>
      <vt:variant>
        <vt:lpstr>Titoli diapositive</vt:lpstr>
      </vt:variant>
      <vt:variant>
        <vt:i4>0</vt:i4>
      </vt:variant>
    </vt:vector>
  </HeadingPairs>
  <TitlesOfParts>
    <vt:vector size="9" baseType="lpstr">
      <vt:lpstr>Aptos</vt:lpstr>
      <vt:lpstr>Arial</vt:lpstr>
      <vt:lpstr>Calibri</vt:lpstr>
      <vt:lpstr>Segoe UI</vt:lpstr>
      <vt:lpstr>1_Personalizza struttura</vt:lpstr>
      <vt:lpstr>4_Tema di Office</vt:lpstr>
      <vt:lpstr>3_Tema di Office</vt:lpstr>
      <vt:lpstr>2_Tema di Office</vt:lpstr>
      <vt:lpstr>Personalizza struttura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for Non fidarti, verifica: chaos engineering su Azure con Chaos Studio</dc:title>
  <dc:subject>Conference session: Non fidarti, verifica: chaos engineering su Azure con Chaos Studio</dc:subject>
  <dc:creator>Congiu Luca</dc:creator>
  <cp:lastModifiedBy>Giulio Sciarappa</cp:lastModifiedBy>
  <cp:revision>46</cp:revision>
  <dcterms:created xsi:type="dcterms:W3CDTF">2019-05-12T19:24:58Z</dcterms:created>
  <dcterms:modified xsi:type="dcterms:W3CDTF">2026-09-28T14:55:51Z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bb815c3-1286-463b-8c37-10c6caafc5c1_Enabled">
    <vt:lpwstr>true</vt:lpwstr>
  </property>
  <property fmtid="{D5CDD505-2E9C-101B-9397-08002B2CF9AE}" pid="3" name="MSIP_Label_3bb815c3-1286-463b-8c37-10c6caafc5c1_SetDate">
    <vt:lpwstr>2025-10-09T22:55:31Z</vt:lpwstr>
  </property>
  <property fmtid="{D5CDD505-2E9C-101B-9397-08002B2CF9AE}" pid="4" name="MSIP_Label_3bb815c3-1286-463b-8c37-10c6caafc5c1_Method">
    <vt:lpwstr>Standard</vt:lpwstr>
  </property>
  <property fmtid="{D5CDD505-2E9C-101B-9397-08002B2CF9AE}" pid="5" name="MSIP_Label_3bb815c3-1286-463b-8c37-10c6caafc5c1_Name">
    <vt:lpwstr>Pubblico</vt:lpwstr>
  </property>
  <property fmtid="{D5CDD505-2E9C-101B-9397-08002B2CF9AE}" pid="6" name="MSIP_Label_3bb815c3-1286-463b-8c37-10c6caafc5c1_SiteId">
    <vt:lpwstr>65a566f1-3ead-40f7-b219-85bff9a7972e</vt:lpwstr>
  </property>
  <property fmtid="{D5CDD505-2E9C-101B-9397-08002B2CF9AE}" pid="7" name="MSIP_Label_3bb815c3-1286-463b-8c37-10c6caafc5c1_ActionId">
    <vt:lpwstr>d5f7cf35-f63a-4f74-9353-d4525a08efea</vt:lpwstr>
  </property>
  <property fmtid="{D5CDD505-2E9C-101B-9397-08002B2CF9AE}" pid="8" name="MSIP_Label_3bb815c3-1286-463b-8c37-10c6caafc5c1_ContentBits">
    <vt:lpwstr>0</vt:lpwstr>
  </property>
  <property fmtid="{D5CDD505-2E9C-101B-9397-08002B2CF9AE}" pid="9" name="MSIP_Label_3bb815c3-1286-463b-8c37-10c6caafc5c1_Tag">
    <vt:lpwstr>50, 3, 0, 1</vt:lpwstr>
  </property>
</Properties>
</file>