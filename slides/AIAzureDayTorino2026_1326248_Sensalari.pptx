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'Microsoft Agent 365: governare identità degli Agenti AI e proteggere l'accesso ai dati'. The session is presented by: Michele Sensalari, Mario Serra.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'Microsoft Agent 365: governare identità degli Agenti AI e proteggere l'accesso ai dati'. Presented by: Michele Sensalari, Mario Serra.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'Microsoft Agent 365: governare identità degli Agenti AI e proteggere l'accesso ai dati'. Session description: Gli Agenti AI introducono nelle organizzazioni una nuova categoria di identità capaci di accedere ai dati, utilizzare applicazioni e API, interagire con utenti e altri agenti e, in alcuni scenari, agi....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'Microsoft Agent 365: governare identità degli Agenti AI e proteggere l'accesso ai dati'.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'Microsoft Agent 365: governare identità degli Agenti AI e proteggere l'accesso ai dati'.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'Microsoft Agent 365: governare identità degli Agenti AI e proteggere l'accesso ai dati'. Ask audience to scan the QR code or visit https://vote.dotnetdev.it/vote/l44tzzta/1326248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Microsoft Agent 365: governare identità degli Agenti AI e proteggere l'accesso ai dati</a:t>
            </a:r>
          </a:p>
        </p:txBody>
      </p:sp>
      <p:pic descr="Visual banner image representing the conference session 'Microsoft Agent 365: governare identità degli Agenti AI e proteggere l'accesso ai dati' by Michele Sensalari, Mario Serra. This is a decorative element for the presentation." title="Banner for Microsoft Agent 365: governare identità degli Agenti AI e proteggere l'accesso ai dati by Michele Sensalari, Mario Serra" a:descr="Visual banner image representing the conference session 'Microsoft Agent 365: governare identità degli Agenti AI e proteggere l'accesso ai dati' by Michele Sensalari, Mario Serra. This is a decorative element for the presentation.">
        <p:nvPicPr>
          <p:cNvPr id="3" name="Banner for Microsoft Agent 365: governare identità degli Agenti AI e proteggere l'accesso ai dati by Michele Sensalari, Mario Serra" descr="AzureDayTorino2026_132624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Microsoft Agent 365: governare identità degli Agenti AI e proteggere l'accesso ai dati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Microsoft Agent 365: governare identità degli Agenti AI e proteggere l'accesso ai dati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Michele Sensalari; Mario Serra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Gli Agenti AI introducono nelle organizzazioni una nuova categoria di identità capaci di accedere ai dati, utilizzare applicazioni e API, interagire con utenti e altri agenti e, in alcuni scenari, agire in modo autonomo.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Dal punto di vista della Security diventa quindi fondamentale essere in grado di sapere quali Agenti AI sono presenti nell'organizzazione, chi ne è responsabile, quali privilegi possiedono e come utilizzano le informazioni aziendali.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Durante questa sessione vedremo come Microsoft Agent 365 fornisce un control plane centralizzato per scoprire, gestire e governare gli Agent...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Microsoft Agent 365: governare identità degli Agenti AI e proteggere l'accesso ai dati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Microsoft Agent 365: governare identità degli Agenti AI e proteggere l'accesso ai dati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Microsoft Agent 365: governare identità degli Agenti AI e proteggere l'accesso ai dati" descr="Scan this QR code to vote for this session, or visit https://vote.dotnetdev.it/vote/l44tzzta/1326248">
        <p:nvPicPr>
          <p:cNvPr id="2" name="QR Code for voting on Microsoft Agent 365: governare identità degli Agenti AI e proteggere l'accesso ai dat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Microsoft Agent 365: governare identità degli Agenti AI e proteggere l'accesso ai dati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Microsoft Agent 365: governare identità degli Agenti AI e proteggere l'accesso ai dati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Microsoft Agent 365: governare identità degli Agenti AI e proteggere l'accesso ai dati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https://vote.dotnetdev.it/vote/l44tzzta/1326248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Microsoft Agent 365: governare identità degli Agenti AI e proteggere l'accesso ai dati</dc:title>
  <dc:subject>Conference session: Microsoft Agent 365: governare identità degli Agenti AI e proteggere l'accesso ai dati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